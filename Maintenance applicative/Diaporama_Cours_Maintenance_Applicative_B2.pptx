
<file path=[Content_Types].xml><?xml version="1.0" encoding="utf-8"?>
<Types xmlns="http://schemas.openxmlformats.org/package/2006/content-types">
  <Default Extension="gif" ContentType="image/gi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2F62D72-2FA0-4272-B4F0-3059C2B17270}" v="26" dt="2026-10-26T21:28:03.96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77" d="100"/>
          <a:sy n="177" d="100"/>
        </p:scale>
        <p:origin x="154" y="374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-5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an Ferronnière" userId="ce53b17fa47f1d0f" providerId="LiveId" clId="{02A9AACA-53D5-4FF2-A82B-227EFFFEBA7F}"/>
    <pc:docChg chg="undo custSel delSld modSld">
      <pc:chgData name="Alan Ferronnière" userId="ce53b17fa47f1d0f" providerId="LiveId" clId="{02A9AACA-53D5-4FF2-A82B-227EFFFEBA7F}" dt="2026-10-26T21:28:33.320" v="1353" actId="20577"/>
      <pc:docMkLst>
        <pc:docMk/>
      </pc:docMkLst>
      <pc:sldChg chg="modSp mod">
        <pc:chgData name="Alan Ferronnière" userId="ce53b17fa47f1d0f" providerId="LiveId" clId="{02A9AACA-53D5-4FF2-A82B-227EFFFEBA7F}" dt="2026-10-26T19:12:05.217" v="155" actId="20577"/>
        <pc:sldMkLst>
          <pc:docMk/>
          <pc:sldMk cId="0" sldId="256"/>
        </pc:sldMkLst>
        <pc:spChg chg="mod">
          <ac:chgData name="Alan Ferronnière" userId="ce53b17fa47f1d0f" providerId="LiveId" clId="{02A9AACA-53D5-4FF2-A82B-227EFFFEBA7F}" dt="2026-10-26T19:03:14.783" v="0" actId="26606"/>
          <ac:spMkLst>
            <pc:docMk/>
            <pc:sldMk cId="0" sldId="256"/>
            <ac:spMk id="2" creationId="{00000000-0000-0000-0000-000000000000}"/>
          </ac:spMkLst>
        </pc:spChg>
        <pc:spChg chg="mod">
          <ac:chgData name="Alan Ferronnière" userId="ce53b17fa47f1d0f" providerId="LiveId" clId="{02A9AACA-53D5-4FF2-A82B-227EFFFEBA7F}" dt="2026-10-26T19:03:14.783" v="0" actId="26606"/>
          <ac:spMkLst>
            <pc:docMk/>
            <pc:sldMk cId="0" sldId="256"/>
            <ac:spMk id="3" creationId="{00000000-0000-0000-0000-000000000000}"/>
          </ac:spMkLst>
        </pc:spChg>
        <pc:spChg chg="mod">
          <ac:chgData name="Alan Ferronnière" userId="ce53b17fa47f1d0f" providerId="LiveId" clId="{02A9AACA-53D5-4FF2-A82B-227EFFFEBA7F}" dt="2026-10-26T19:12:05.217" v="155" actId="20577"/>
          <ac:spMkLst>
            <pc:docMk/>
            <pc:sldMk cId="0" sldId="256"/>
            <ac:spMk id="4" creationId="{00000000-0000-0000-0000-000000000000}"/>
          </ac:spMkLst>
        </pc:spChg>
      </pc:sldChg>
      <pc:sldChg chg="modSp mod">
        <pc:chgData name="Alan Ferronnière" userId="ce53b17fa47f1d0f" providerId="LiveId" clId="{02A9AACA-53D5-4FF2-A82B-227EFFFEBA7F}" dt="2026-10-26T19:04:09.306" v="2" actId="20577"/>
        <pc:sldMkLst>
          <pc:docMk/>
          <pc:sldMk cId="0" sldId="257"/>
        </pc:sldMkLst>
        <pc:spChg chg="mod">
          <ac:chgData name="Alan Ferronnière" userId="ce53b17fa47f1d0f" providerId="LiveId" clId="{02A9AACA-53D5-4FF2-A82B-227EFFFEBA7F}" dt="2026-10-26T19:03:14.783" v="0" actId="26606"/>
          <ac:spMkLst>
            <pc:docMk/>
            <pc:sldMk cId="0" sldId="257"/>
            <ac:spMk id="2" creationId="{00000000-0000-0000-0000-000000000000}"/>
          </ac:spMkLst>
        </pc:spChg>
        <pc:spChg chg="mod">
          <ac:chgData name="Alan Ferronnière" userId="ce53b17fa47f1d0f" providerId="LiveId" clId="{02A9AACA-53D5-4FF2-A82B-227EFFFEBA7F}" dt="2026-10-26T19:03:14.783" v="0" actId="26606"/>
          <ac:spMkLst>
            <pc:docMk/>
            <pc:sldMk cId="0" sldId="257"/>
            <ac:spMk id="6" creationId="{00000000-0000-0000-0000-000000000000}"/>
          </ac:spMkLst>
        </pc:spChg>
        <pc:spChg chg="mod">
          <ac:chgData name="Alan Ferronnière" userId="ce53b17fa47f1d0f" providerId="LiveId" clId="{02A9AACA-53D5-4FF2-A82B-227EFFFEBA7F}" dt="2026-10-26T19:03:14.783" v="0" actId="26606"/>
          <ac:spMkLst>
            <pc:docMk/>
            <pc:sldMk cId="0" sldId="257"/>
            <ac:spMk id="8" creationId="{00000000-0000-0000-0000-000000000000}"/>
          </ac:spMkLst>
        </pc:spChg>
        <pc:spChg chg="mod">
          <ac:chgData name="Alan Ferronnière" userId="ce53b17fa47f1d0f" providerId="LiveId" clId="{02A9AACA-53D5-4FF2-A82B-227EFFFEBA7F}" dt="2026-10-26T19:03:49.937" v="1" actId="20577"/>
          <ac:spMkLst>
            <pc:docMk/>
            <pc:sldMk cId="0" sldId="257"/>
            <ac:spMk id="11" creationId="{00000000-0000-0000-0000-000000000000}"/>
          </ac:spMkLst>
        </pc:spChg>
        <pc:spChg chg="mod">
          <ac:chgData name="Alan Ferronnière" userId="ce53b17fa47f1d0f" providerId="LiveId" clId="{02A9AACA-53D5-4FF2-A82B-227EFFFEBA7F}" dt="2026-10-26T19:03:14.783" v="0" actId="26606"/>
          <ac:spMkLst>
            <pc:docMk/>
            <pc:sldMk cId="0" sldId="257"/>
            <ac:spMk id="12" creationId="{00000000-0000-0000-0000-000000000000}"/>
          </ac:spMkLst>
        </pc:spChg>
        <pc:spChg chg="mod">
          <ac:chgData name="Alan Ferronnière" userId="ce53b17fa47f1d0f" providerId="LiveId" clId="{02A9AACA-53D5-4FF2-A82B-227EFFFEBA7F}" dt="2026-10-26T19:03:14.783" v="0" actId="26606"/>
          <ac:spMkLst>
            <pc:docMk/>
            <pc:sldMk cId="0" sldId="257"/>
            <ac:spMk id="14" creationId="{00000000-0000-0000-0000-000000000000}"/>
          </ac:spMkLst>
        </pc:spChg>
        <pc:spChg chg="mod">
          <ac:chgData name="Alan Ferronnière" userId="ce53b17fa47f1d0f" providerId="LiveId" clId="{02A9AACA-53D5-4FF2-A82B-227EFFFEBA7F}" dt="2026-10-26T19:03:14.783" v="0" actId="26606"/>
          <ac:spMkLst>
            <pc:docMk/>
            <pc:sldMk cId="0" sldId="257"/>
            <ac:spMk id="16" creationId="{00000000-0000-0000-0000-000000000000}"/>
          </ac:spMkLst>
        </pc:spChg>
        <pc:spChg chg="mod">
          <ac:chgData name="Alan Ferronnière" userId="ce53b17fa47f1d0f" providerId="LiveId" clId="{02A9AACA-53D5-4FF2-A82B-227EFFFEBA7F}" dt="2026-10-26T19:03:14.783" v="0" actId="26606"/>
          <ac:spMkLst>
            <pc:docMk/>
            <pc:sldMk cId="0" sldId="257"/>
            <ac:spMk id="18" creationId="{00000000-0000-0000-0000-000000000000}"/>
          </ac:spMkLst>
        </pc:spChg>
        <pc:spChg chg="mod">
          <ac:chgData name="Alan Ferronnière" userId="ce53b17fa47f1d0f" providerId="LiveId" clId="{02A9AACA-53D5-4FF2-A82B-227EFFFEBA7F}" dt="2026-10-26T19:03:14.783" v="0" actId="26606"/>
          <ac:spMkLst>
            <pc:docMk/>
            <pc:sldMk cId="0" sldId="257"/>
            <ac:spMk id="26" creationId="{00000000-0000-0000-0000-000000000000}"/>
          </ac:spMkLst>
        </pc:spChg>
        <pc:spChg chg="mod">
          <ac:chgData name="Alan Ferronnière" userId="ce53b17fa47f1d0f" providerId="LiveId" clId="{02A9AACA-53D5-4FF2-A82B-227EFFFEBA7F}" dt="2026-10-26T19:03:14.783" v="0" actId="26606"/>
          <ac:spMkLst>
            <pc:docMk/>
            <pc:sldMk cId="0" sldId="257"/>
            <ac:spMk id="27" creationId="{00000000-0000-0000-0000-000000000000}"/>
          </ac:spMkLst>
        </pc:spChg>
        <pc:spChg chg="mod">
          <ac:chgData name="Alan Ferronnière" userId="ce53b17fa47f1d0f" providerId="LiveId" clId="{02A9AACA-53D5-4FF2-A82B-227EFFFEBA7F}" dt="2026-10-26T19:04:09.306" v="2" actId="20577"/>
          <ac:spMkLst>
            <pc:docMk/>
            <pc:sldMk cId="0" sldId="257"/>
            <ac:spMk id="29" creationId="{00000000-0000-0000-0000-000000000000}"/>
          </ac:spMkLst>
        </pc:spChg>
      </pc:sldChg>
      <pc:sldChg chg="addSp delSp modSp mod">
        <pc:chgData name="Alan Ferronnière" userId="ce53b17fa47f1d0f" providerId="LiveId" clId="{02A9AACA-53D5-4FF2-A82B-227EFFFEBA7F}" dt="2026-10-26T21:28:33.320" v="1353" actId="20577"/>
        <pc:sldMkLst>
          <pc:docMk/>
          <pc:sldMk cId="0" sldId="258"/>
        </pc:sldMkLst>
        <pc:spChg chg="mod">
          <ac:chgData name="Alan Ferronnière" userId="ce53b17fa47f1d0f" providerId="LiveId" clId="{02A9AACA-53D5-4FF2-A82B-227EFFFEBA7F}" dt="2026-10-26T19:03:14.783" v="0" actId="26606"/>
          <ac:spMkLst>
            <pc:docMk/>
            <pc:sldMk cId="0" sldId="258"/>
            <ac:spMk id="2" creationId="{00000000-0000-0000-0000-000000000000}"/>
          </ac:spMkLst>
        </pc:spChg>
        <pc:spChg chg="mod">
          <ac:chgData name="Alan Ferronnière" userId="ce53b17fa47f1d0f" providerId="LiveId" clId="{02A9AACA-53D5-4FF2-A82B-227EFFFEBA7F}" dt="2026-10-26T19:03:14.783" v="0" actId="26606"/>
          <ac:spMkLst>
            <pc:docMk/>
            <pc:sldMk cId="0" sldId="258"/>
            <ac:spMk id="3" creationId="{00000000-0000-0000-0000-000000000000}"/>
          </ac:spMkLst>
        </pc:spChg>
        <pc:spChg chg="mod">
          <ac:chgData name="Alan Ferronnière" userId="ce53b17fa47f1d0f" providerId="LiveId" clId="{02A9AACA-53D5-4FF2-A82B-227EFFFEBA7F}" dt="2026-10-26T21:28:33.320" v="1353" actId="20577"/>
          <ac:spMkLst>
            <pc:docMk/>
            <pc:sldMk cId="0" sldId="258"/>
            <ac:spMk id="4" creationId="{00000000-0000-0000-0000-000000000000}"/>
          </ac:spMkLst>
        </pc:spChg>
        <pc:spChg chg="mod">
          <ac:chgData name="Alan Ferronnière" userId="ce53b17fa47f1d0f" providerId="LiveId" clId="{02A9AACA-53D5-4FF2-A82B-227EFFFEBA7F}" dt="2026-10-26T19:03:14.783" v="0" actId="26606"/>
          <ac:spMkLst>
            <pc:docMk/>
            <pc:sldMk cId="0" sldId="258"/>
            <ac:spMk id="5" creationId="{00000000-0000-0000-0000-000000000000}"/>
          </ac:spMkLst>
        </pc:spChg>
        <pc:spChg chg="del mod">
          <ac:chgData name="Alan Ferronnière" userId="ce53b17fa47f1d0f" providerId="LiveId" clId="{02A9AACA-53D5-4FF2-A82B-227EFFFEBA7F}" dt="2026-10-26T19:05:20.719" v="5" actId="478"/>
          <ac:spMkLst>
            <pc:docMk/>
            <pc:sldMk cId="0" sldId="258"/>
            <ac:spMk id="6" creationId="{00000000-0000-0000-0000-000000000000}"/>
          </ac:spMkLst>
        </pc:spChg>
        <pc:spChg chg="del mod">
          <ac:chgData name="Alan Ferronnière" userId="ce53b17fa47f1d0f" providerId="LiveId" clId="{02A9AACA-53D5-4FF2-A82B-227EFFFEBA7F}" dt="2026-10-26T19:04:25.761" v="3" actId="478"/>
          <ac:spMkLst>
            <pc:docMk/>
            <pc:sldMk cId="0" sldId="258"/>
            <ac:spMk id="7" creationId="{00000000-0000-0000-0000-000000000000}"/>
          </ac:spMkLst>
        </pc:spChg>
        <pc:spChg chg="mod">
          <ac:chgData name="Alan Ferronnière" userId="ce53b17fa47f1d0f" providerId="LiveId" clId="{02A9AACA-53D5-4FF2-A82B-227EFFFEBA7F}" dt="2026-10-26T19:11:23.150" v="145" actId="5793"/>
          <ac:spMkLst>
            <pc:docMk/>
            <pc:sldMk cId="0" sldId="258"/>
            <ac:spMk id="8" creationId="{00000000-0000-0000-0000-000000000000}"/>
          </ac:spMkLst>
        </pc:spChg>
        <pc:spChg chg="del mod">
          <ac:chgData name="Alan Ferronnière" userId="ce53b17fa47f1d0f" providerId="LiveId" clId="{02A9AACA-53D5-4FF2-A82B-227EFFFEBA7F}" dt="2026-10-26T19:05:23.593" v="6" actId="478"/>
          <ac:spMkLst>
            <pc:docMk/>
            <pc:sldMk cId="0" sldId="258"/>
            <ac:spMk id="9" creationId="{00000000-0000-0000-0000-000000000000}"/>
          </ac:spMkLst>
        </pc:spChg>
        <pc:spChg chg="del mod">
          <ac:chgData name="Alan Ferronnière" userId="ce53b17fa47f1d0f" providerId="LiveId" clId="{02A9AACA-53D5-4FF2-A82B-227EFFFEBA7F}" dt="2026-10-26T19:04:28.261" v="4" actId="478"/>
          <ac:spMkLst>
            <pc:docMk/>
            <pc:sldMk cId="0" sldId="258"/>
            <ac:spMk id="10" creationId="{00000000-0000-0000-0000-000000000000}"/>
          </ac:spMkLst>
        </pc:spChg>
        <pc:spChg chg="mod">
          <ac:chgData name="Alan Ferronnière" userId="ce53b17fa47f1d0f" providerId="LiveId" clId="{02A9AACA-53D5-4FF2-A82B-227EFFFEBA7F}" dt="2026-10-26T19:11:43.387" v="154" actId="12"/>
          <ac:spMkLst>
            <pc:docMk/>
            <pc:sldMk cId="0" sldId="258"/>
            <ac:spMk id="11" creationId="{00000000-0000-0000-0000-000000000000}"/>
          </ac:spMkLst>
        </pc:spChg>
        <pc:picChg chg="add mod">
          <ac:chgData name="Alan Ferronnière" userId="ce53b17fa47f1d0f" providerId="LiveId" clId="{02A9AACA-53D5-4FF2-A82B-227EFFFEBA7F}" dt="2026-10-26T21:21:06.584" v="1348" actId="1076"/>
          <ac:picMkLst>
            <pc:docMk/>
            <pc:sldMk cId="0" sldId="258"/>
            <ac:picMk id="12" creationId="{1EC4D6EF-88D2-607D-965A-5D83B2AD22FF}"/>
          </ac:picMkLst>
        </pc:picChg>
        <pc:picChg chg="add mod">
          <ac:chgData name="Alan Ferronnière" userId="ce53b17fa47f1d0f" providerId="LiveId" clId="{02A9AACA-53D5-4FF2-A82B-227EFFFEBA7F}" dt="2026-10-26T21:28:07.539" v="1350" actId="1076"/>
          <ac:picMkLst>
            <pc:docMk/>
            <pc:sldMk cId="0" sldId="258"/>
            <ac:picMk id="13" creationId="{F794E46C-FE42-73DC-81E6-C43E1B4F88EA}"/>
          </ac:picMkLst>
        </pc:picChg>
      </pc:sldChg>
      <pc:sldChg chg="delSp modSp mod">
        <pc:chgData name="Alan Ferronnière" userId="ce53b17fa47f1d0f" providerId="LiveId" clId="{02A9AACA-53D5-4FF2-A82B-227EFFFEBA7F}" dt="2026-10-26T19:12:53.728" v="179" actId="12"/>
        <pc:sldMkLst>
          <pc:docMk/>
          <pc:sldMk cId="0" sldId="259"/>
        </pc:sldMkLst>
        <pc:spChg chg="mod">
          <ac:chgData name="Alan Ferronnière" userId="ce53b17fa47f1d0f" providerId="LiveId" clId="{02A9AACA-53D5-4FF2-A82B-227EFFFEBA7F}" dt="2026-10-26T19:03:14.783" v="0" actId="26606"/>
          <ac:spMkLst>
            <pc:docMk/>
            <pc:sldMk cId="0" sldId="259"/>
            <ac:spMk id="3" creationId="{00000000-0000-0000-0000-000000000000}"/>
          </ac:spMkLst>
        </pc:spChg>
        <pc:spChg chg="mod">
          <ac:chgData name="Alan Ferronnière" userId="ce53b17fa47f1d0f" providerId="LiveId" clId="{02A9AACA-53D5-4FF2-A82B-227EFFFEBA7F}" dt="2026-10-26T19:03:14.783" v="0" actId="26606"/>
          <ac:spMkLst>
            <pc:docMk/>
            <pc:sldMk cId="0" sldId="259"/>
            <ac:spMk id="5" creationId="{00000000-0000-0000-0000-000000000000}"/>
          </ac:spMkLst>
        </pc:spChg>
        <pc:spChg chg="mod">
          <ac:chgData name="Alan Ferronnière" userId="ce53b17fa47f1d0f" providerId="LiveId" clId="{02A9AACA-53D5-4FF2-A82B-227EFFFEBA7F}" dt="2026-10-26T19:03:14.783" v="0" actId="26606"/>
          <ac:spMkLst>
            <pc:docMk/>
            <pc:sldMk cId="0" sldId="259"/>
            <ac:spMk id="7" creationId="{00000000-0000-0000-0000-000000000000}"/>
          </ac:spMkLst>
        </pc:spChg>
        <pc:spChg chg="del mod">
          <ac:chgData name="Alan Ferronnière" userId="ce53b17fa47f1d0f" providerId="LiveId" clId="{02A9AACA-53D5-4FF2-A82B-227EFFFEBA7F}" dt="2026-10-26T19:08:33.395" v="30" actId="478"/>
          <ac:spMkLst>
            <pc:docMk/>
            <pc:sldMk cId="0" sldId="259"/>
            <ac:spMk id="8" creationId="{00000000-0000-0000-0000-000000000000}"/>
          </ac:spMkLst>
        </pc:spChg>
        <pc:spChg chg="mod">
          <ac:chgData name="Alan Ferronnière" userId="ce53b17fa47f1d0f" providerId="LiveId" clId="{02A9AACA-53D5-4FF2-A82B-227EFFFEBA7F}" dt="2026-10-26T19:12:25.317" v="161" actId="12"/>
          <ac:spMkLst>
            <pc:docMk/>
            <pc:sldMk cId="0" sldId="259"/>
            <ac:spMk id="9" creationId="{00000000-0000-0000-0000-000000000000}"/>
          </ac:spMkLst>
        </pc:spChg>
        <pc:spChg chg="mod">
          <ac:chgData name="Alan Ferronnière" userId="ce53b17fa47f1d0f" providerId="LiveId" clId="{02A9AACA-53D5-4FF2-A82B-227EFFFEBA7F}" dt="2026-10-26T19:03:14.783" v="0" actId="26606"/>
          <ac:spMkLst>
            <pc:docMk/>
            <pc:sldMk cId="0" sldId="259"/>
            <ac:spMk id="10" creationId="{00000000-0000-0000-0000-000000000000}"/>
          </ac:spMkLst>
        </pc:spChg>
        <pc:spChg chg="del mod">
          <ac:chgData name="Alan Ferronnière" userId="ce53b17fa47f1d0f" providerId="LiveId" clId="{02A9AACA-53D5-4FF2-A82B-227EFFFEBA7F}" dt="2026-10-26T19:08:35.369" v="31" actId="478"/>
          <ac:spMkLst>
            <pc:docMk/>
            <pc:sldMk cId="0" sldId="259"/>
            <ac:spMk id="11" creationId="{00000000-0000-0000-0000-000000000000}"/>
          </ac:spMkLst>
        </pc:spChg>
        <pc:spChg chg="mod">
          <ac:chgData name="Alan Ferronnière" userId="ce53b17fa47f1d0f" providerId="LiveId" clId="{02A9AACA-53D5-4FF2-A82B-227EFFFEBA7F}" dt="2026-10-26T19:12:43.432" v="172" actId="12"/>
          <ac:spMkLst>
            <pc:docMk/>
            <pc:sldMk cId="0" sldId="259"/>
            <ac:spMk id="12" creationId="{00000000-0000-0000-0000-000000000000}"/>
          </ac:spMkLst>
        </pc:spChg>
        <pc:spChg chg="mod">
          <ac:chgData name="Alan Ferronnière" userId="ce53b17fa47f1d0f" providerId="LiveId" clId="{02A9AACA-53D5-4FF2-A82B-227EFFFEBA7F}" dt="2026-10-26T19:03:14.783" v="0" actId="26606"/>
          <ac:spMkLst>
            <pc:docMk/>
            <pc:sldMk cId="0" sldId="259"/>
            <ac:spMk id="13" creationId="{00000000-0000-0000-0000-000000000000}"/>
          </ac:spMkLst>
        </pc:spChg>
        <pc:spChg chg="del mod">
          <ac:chgData name="Alan Ferronnière" userId="ce53b17fa47f1d0f" providerId="LiveId" clId="{02A9AACA-53D5-4FF2-A82B-227EFFFEBA7F}" dt="2026-10-26T19:08:36.221" v="32" actId="478"/>
          <ac:spMkLst>
            <pc:docMk/>
            <pc:sldMk cId="0" sldId="259"/>
            <ac:spMk id="14" creationId="{00000000-0000-0000-0000-000000000000}"/>
          </ac:spMkLst>
        </pc:spChg>
        <pc:spChg chg="mod">
          <ac:chgData name="Alan Ferronnière" userId="ce53b17fa47f1d0f" providerId="LiveId" clId="{02A9AACA-53D5-4FF2-A82B-227EFFFEBA7F}" dt="2026-10-26T19:12:53.728" v="179" actId="12"/>
          <ac:spMkLst>
            <pc:docMk/>
            <pc:sldMk cId="0" sldId="259"/>
            <ac:spMk id="15" creationId="{00000000-0000-0000-0000-000000000000}"/>
          </ac:spMkLst>
        </pc:spChg>
      </pc:sldChg>
      <pc:sldChg chg="addSp delSp modSp mod">
        <pc:chgData name="Alan Ferronnière" userId="ce53b17fa47f1d0f" providerId="LiveId" clId="{02A9AACA-53D5-4FF2-A82B-227EFFFEBA7F}" dt="2026-10-26T19:32:30.198" v="366" actId="1076"/>
        <pc:sldMkLst>
          <pc:docMk/>
          <pc:sldMk cId="0" sldId="260"/>
        </pc:sldMkLst>
        <pc:spChg chg="mod">
          <ac:chgData name="Alan Ferronnière" userId="ce53b17fa47f1d0f" providerId="LiveId" clId="{02A9AACA-53D5-4FF2-A82B-227EFFFEBA7F}" dt="2026-10-26T19:03:14.783" v="0" actId="26606"/>
          <ac:spMkLst>
            <pc:docMk/>
            <pc:sldMk cId="0" sldId="260"/>
            <ac:spMk id="2" creationId="{00000000-0000-0000-0000-000000000000}"/>
          </ac:spMkLst>
        </pc:spChg>
        <pc:spChg chg="mod">
          <ac:chgData name="Alan Ferronnière" userId="ce53b17fa47f1d0f" providerId="LiveId" clId="{02A9AACA-53D5-4FF2-A82B-227EFFFEBA7F}" dt="2026-10-26T19:03:14.783" v="0" actId="26606"/>
          <ac:spMkLst>
            <pc:docMk/>
            <pc:sldMk cId="0" sldId="260"/>
            <ac:spMk id="3" creationId="{00000000-0000-0000-0000-000000000000}"/>
          </ac:spMkLst>
        </pc:spChg>
        <pc:spChg chg="mod">
          <ac:chgData name="Alan Ferronnière" userId="ce53b17fa47f1d0f" providerId="LiveId" clId="{02A9AACA-53D5-4FF2-A82B-227EFFFEBA7F}" dt="2026-10-26T19:03:14.783" v="0" actId="26606"/>
          <ac:spMkLst>
            <pc:docMk/>
            <pc:sldMk cId="0" sldId="260"/>
            <ac:spMk id="5" creationId="{00000000-0000-0000-0000-000000000000}"/>
          </ac:spMkLst>
        </pc:spChg>
        <pc:spChg chg="del mod">
          <ac:chgData name="Alan Ferronnière" userId="ce53b17fa47f1d0f" providerId="LiveId" clId="{02A9AACA-53D5-4FF2-A82B-227EFFFEBA7F}" dt="2026-10-26T19:09:16.516" v="33" actId="478"/>
          <ac:spMkLst>
            <pc:docMk/>
            <pc:sldMk cId="0" sldId="260"/>
            <ac:spMk id="7" creationId="{00000000-0000-0000-0000-000000000000}"/>
          </ac:spMkLst>
        </pc:spChg>
        <pc:spChg chg="mod">
          <ac:chgData name="Alan Ferronnière" userId="ce53b17fa47f1d0f" providerId="LiveId" clId="{02A9AACA-53D5-4FF2-A82B-227EFFFEBA7F}" dt="2026-10-26T19:15:59.026" v="266" actId="5793"/>
          <ac:spMkLst>
            <pc:docMk/>
            <pc:sldMk cId="0" sldId="260"/>
            <ac:spMk id="8" creationId="{00000000-0000-0000-0000-000000000000}"/>
          </ac:spMkLst>
        </pc:spChg>
        <pc:spChg chg="del mod">
          <ac:chgData name="Alan Ferronnière" userId="ce53b17fa47f1d0f" providerId="LiveId" clId="{02A9AACA-53D5-4FF2-A82B-227EFFFEBA7F}" dt="2026-10-26T19:09:18.044" v="34" actId="478"/>
          <ac:spMkLst>
            <pc:docMk/>
            <pc:sldMk cId="0" sldId="260"/>
            <ac:spMk id="10" creationId="{00000000-0000-0000-0000-000000000000}"/>
          </ac:spMkLst>
        </pc:spChg>
        <pc:spChg chg="mod">
          <ac:chgData name="Alan Ferronnière" userId="ce53b17fa47f1d0f" providerId="LiveId" clId="{02A9AACA-53D5-4FF2-A82B-227EFFFEBA7F}" dt="2026-10-26T19:17:10.083" v="297" actId="20577"/>
          <ac:spMkLst>
            <pc:docMk/>
            <pc:sldMk cId="0" sldId="260"/>
            <ac:spMk id="11" creationId="{00000000-0000-0000-0000-000000000000}"/>
          </ac:spMkLst>
        </pc:spChg>
        <pc:spChg chg="mod">
          <ac:chgData name="Alan Ferronnière" userId="ce53b17fa47f1d0f" providerId="LiveId" clId="{02A9AACA-53D5-4FF2-A82B-227EFFFEBA7F}" dt="2026-10-26T19:03:14.783" v="0" actId="26606"/>
          <ac:spMkLst>
            <pc:docMk/>
            <pc:sldMk cId="0" sldId="260"/>
            <ac:spMk id="12" creationId="{00000000-0000-0000-0000-000000000000}"/>
          </ac:spMkLst>
        </pc:spChg>
        <pc:spChg chg="del mod">
          <ac:chgData name="Alan Ferronnière" userId="ce53b17fa47f1d0f" providerId="LiveId" clId="{02A9AACA-53D5-4FF2-A82B-227EFFFEBA7F}" dt="2026-10-26T19:09:18.862" v="35" actId="478"/>
          <ac:spMkLst>
            <pc:docMk/>
            <pc:sldMk cId="0" sldId="260"/>
            <ac:spMk id="13" creationId="{00000000-0000-0000-0000-000000000000}"/>
          </ac:spMkLst>
        </pc:spChg>
        <pc:spChg chg="mod">
          <ac:chgData name="Alan Ferronnière" userId="ce53b17fa47f1d0f" providerId="LiveId" clId="{02A9AACA-53D5-4FF2-A82B-227EFFFEBA7F}" dt="2026-10-26T19:16:22.885" v="271" actId="14"/>
          <ac:spMkLst>
            <pc:docMk/>
            <pc:sldMk cId="0" sldId="260"/>
            <ac:spMk id="14" creationId="{00000000-0000-0000-0000-000000000000}"/>
          </ac:spMkLst>
        </pc:spChg>
        <pc:spChg chg="del mod">
          <ac:chgData name="Alan Ferronnière" userId="ce53b17fa47f1d0f" providerId="LiveId" clId="{02A9AACA-53D5-4FF2-A82B-227EFFFEBA7F}" dt="2026-10-26T19:09:20.124" v="36" actId="478"/>
          <ac:spMkLst>
            <pc:docMk/>
            <pc:sldMk cId="0" sldId="260"/>
            <ac:spMk id="16" creationId="{00000000-0000-0000-0000-000000000000}"/>
          </ac:spMkLst>
        </pc:spChg>
        <pc:spChg chg="mod">
          <ac:chgData name="Alan Ferronnière" userId="ce53b17fa47f1d0f" providerId="LiveId" clId="{02A9AACA-53D5-4FF2-A82B-227EFFFEBA7F}" dt="2026-10-26T19:17:14.584" v="299" actId="20577"/>
          <ac:spMkLst>
            <pc:docMk/>
            <pc:sldMk cId="0" sldId="260"/>
            <ac:spMk id="17" creationId="{00000000-0000-0000-0000-000000000000}"/>
          </ac:spMkLst>
        </pc:spChg>
        <pc:picChg chg="add mod">
          <ac:chgData name="Alan Ferronnière" userId="ce53b17fa47f1d0f" providerId="LiveId" clId="{02A9AACA-53D5-4FF2-A82B-227EFFFEBA7F}" dt="2026-10-26T19:24:17.164" v="357" actId="1076"/>
          <ac:picMkLst>
            <pc:docMk/>
            <pc:sldMk cId="0" sldId="260"/>
            <ac:picMk id="18" creationId="{AFEBF362-8E39-D702-993D-F5B1C33C8D0B}"/>
          </ac:picMkLst>
        </pc:picChg>
        <pc:picChg chg="add mod">
          <ac:chgData name="Alan Ferronnière" userId="ce53b17fa47f1d0f" providerId="LiveId" clId="{02A9AACA-53D5-4FF2-A82B-227EFFFEBA7F}" dt="2026-10-26T19:24:57.733" v="359" actId="1076"/>
          <ac:picMkLst>
            <pc:docMk/>
            <pc:sldMk cId="0" sldId="260"/>
            <ac:picMk id="19" creationId="{931964CB-7167-0242-21B1-CFEB319236CC}"/>
          </ac:picMkLst>
        </pc:picChg>
        <pc:picChg chg="add mod">
          <ac:chgData name="Alan Ferronnière" userId="ce53b17fa47f1d0f" providerId="LiveId" clId="{02A9AACA-53D5-4FF2-A82B-227EFFFEBA7F}" dt="2026-10-26T19:25:56.907" v="363" actId="1076"/>
          <ac:picMkLst>
            <pc:docMk/>
            <pc:sldMk cId="0" sldId="260"/>
            <ac:picMk id="20" creationId="{2137C1BF-A472-A49E-09D5-2F9C272EC97F}"/>
          </ac:picMkLst>
        </pc:picChg>
        <pc:picChg chg="add mod">
          <ac:chgData name="Alan Ferronnière" userId="ce53b17fa47f1d0f" providerId="LiveId" clId="{02A9AACA-53D5-4FF2-A82B-227EFFFEBA7F}" dt="2026-10-26T19:32:30.198" v="366" actId="1076"/>
          <ac:picMkLst>
            <pc:docMk/>
            <pc:sldMk cId="0" sldId="260"/>
            <ac:picMk id="21" creationId="{44112475-26A9-36C7-E430-1BA132D3865B}"/>
          </ac:picMkLst>
        </pc:picChg>
      </pc:sldChg>
      <pc:sldChg chg="addSp delSp modSp mod">
        <pc:chgData name="Alan Ferronnière" userId="ce53b17fa47f1d0f" providerId="LiveId" clId="{02A9AACA-53D5-4FF2-A82B-227EFFFEBA7F}" dt="2026-10-26T19:33:58.566" v="369" actId="1076"/>
        <pc:sldMkLst>
          <pc:docMk/>
          <pc:sldMk cId="0" sldId="261"/>
        </pc:sldMkLst>
        <pc:spChg chg="mod">
          <ac:chgData name="Alan Ferronnière" userId="ce53b17fa47f1d0f" providerId="LiveId" clId="{02A9AACA-53D5-4FF2-A82B-227EFFFEBA7F}" dt="2026-10-26T19:03:14.783" v="0" actId="26606"/>
          <ac:spMkLst>
            <pc:docMk/>
            <pc:sldMk cId="0" sldId="261"/>
            <ac:spMk id="2" creationId="{00000000-0000-0000-0000-000000000000}"/>
          </ac:spMkLst>
        </pc:spChg>
        <pc:spChg chg="mod">
          <ac:chgData name="Alan Ferronnière" userId="ce53b17fa47f1d0f" providerId="LiveId" clId="{02A9AACA-53D5-4FF2-A82B-227EFFFEBA7F}" dt="2026-10-26T19:03:14.783" v="0" actId="26606"/>
          <ac:spMkLst>
            <pc:docMk/>
            <pc:sldMk cId="0" sldId="261"/>
            <ac:spMk id="3" creationId="{00000000-0000-0000-0000-000000000000}"/>
          </ac:spMkLst>
        </pc:spChg>
        <pc:spChg chg="mod">
          <ac:chgData name="Alan Ferronnière" userId="ce53b17fa47f1d0f" providerId="LiveId" clId="{02A9AACA-53D5-4FF2-A82B-227EFFFEBA7F}" dt="2026-10-26T19:03:14.783" v="0" actId="26606"/>
          <ac:spMkLst>
            <pc:docMk/>
            <pc:sldMk cId="0" sldId="261"/>
            <ac:spMk id="4" creationId="{00000000-0000-0000-0000-000000000000}"/>
          </ac:spMkLst>
        </pc:spChg>
        <pc:spChg chg="mod">
          <ac:chgData name="Alan Ferronnière" userId="ce53b17fa47f1d0f" providerId="LiveId" clId="{02A9AACA-53D5-4FF2-A82B-227EFFFEBA7F}" dt="2026-10-26T19:03:14.783" v="0" actId="26606"/>
          <ac:spMkLst>
            <pc:docMk/>
            <pc:sldMk cId="0" sldId="261"/>
            <ac:spMk id="5" creationId="{00000000-0000-0000-0000-000000000000}"/>
          </ac:spMkLst>
        </pc:spChg>
        <pc:spChg chg="del mod">
          <ac:chgData name="Alan Ferronnière" userId="ce53b17fa47f1d0f" providerId="LiveId" clId="{02A9AACA-53D5-4FF2-A82B-227EFFFEBA7F}" dt="2026-10-26T19:19:25.603" v="324" actId="478"/>
          <ac:spMkLst>
            <pc:docMk/>
            <pc:sldMk cId="0" sldId="261"/>
            <ac:spMk id="6" creationId="{00000000-0000-0000-0000-000000000000}"/>
          </ac:spMkLst>
        </pc:spChg>
        <pc:spChg chg="del mod">
          <ac:chgData name="Alan Ferronnière" userId="ce53b17fa47f1d0f" providerId="LiveId" clId="{02A9AACA-53D5-4FF2-A82B-227EFFFEBA7F}" dt="2026-10-26T19:17:27.172" v="300" actId="478"/>
          <ac:spMkLst>
            <pc:docMk/>
            <pc:sldMk cId="0" sldId="261"/>
            <ac:spMk id="7" creationId="{00000000-0000-0000-0000-000000000000}"/>
          </ac:spMkLst>
        </pc:spChg>
        <pc:spChg chg="mod">
          <ac:chgData name="Alan Ferronnière" userId="ce53b17fa47f1d0f" providerId="LiveId" clId="{02A9AACA-53D5-4FF2-A82B-227EFFFEBA7F}" dt="2026-10-26T19:18:03.490" v="323" actId="12"/>
          <ac:spMkLst>
            <pc:docMk/>
            <pc:sldMk cId="0" sldId="261"/>
            <ac:spMk id="8" creationId="{00000000-0000-0000-0000-000000000000}"/>
          </ac:spMkLst>
        </pc:spChg>
        <pc:spChg chg="del mod">
          <ac:chgData name="Alan Ferronnière" userId="ce53b17fa47f1d0f" providerId="LiveId" clId="{02A9AACA-53D5-4FF2-A82B-227EFFFEBA7F}" dt="2026-10-26T19:19:28.415" v="325" actId="478"/>
          <ac:spMkLst>
            <pc:docMk/>
            <pc:sldMk cId="0" sldId="261"/>
            <ac:spMk id="9" creationId="{00000000-0000-0000-0000-000000000000}"/>
          </ac:spMkLst>
        </pc:spChg>
        <pc:spChg chg="del mod">
          <ac:chgData name="Alan Ferronnière" userId="ce53b17fa47f1d0f" providerId="LiveId" clId="{02A9AACA-53D5-4FF2-A82B-227EFFFEBA7F}" dt="2026-10-26T19:17:33.718" v="301" actId="478"/>
          <ac:spMkLst>
            <pc:docMk/>
            <pc:sldMk cId="0" sldId="261"/>
            <ac:spMk id="10" creationId="{00000000-0000-0000-0000-000000000000}"/>
          </ac:spMkLst>
        </pc:spChg>
        <pc:spChg chg="mod">
          <ac:chgData name="Alan Ferronnière" userId="ce53b17fa47f1d0f" providerId="LiveId" clId="{02A9AACA-53D5-4FF2-A82B-227EFFFEBA7F}" dt="2026-10-26T19:19:59.636" v="351" actId="6549"/>
          <ac:spMkLst>
            <pc:docMk/>
            <pc:sldMk cId="0" sldId="261"/>
            <ac:spMk id="11" creationId="{00000000-0000-0000-0000-000000000000}"/>
          </ac:spMkLst>
        </pc:spChg>
        <pc:picChg chg="add mod">
          <ac:chgData name="Alan Ferronnière" userId="ce53b17fa47f1d0f" providerId="LiveId" clId="{02A9AACA-53D5-4FF2-A82B-227EFFFEBA7F}" dt="2026-10-26T19:21:07.120" v="354" actId="1076"/>
          <ac:picMkLst>
            <pc:docMk/>
            <pc:sldMk cId="0" sldId="261"/>
            <ac:picMk id="12" creationId="{B8D75F2B-9879-EFAC-8E0D-1C74AD5EF2A0}"/>
          </ac:picMkLst>
        </pc:picChg>
        <pc:picChg chg="add mod">
          <ac:chgData name="Alan Ferronnière" userId="ce53b17fa47f1d0f" providerId="LiveId" clId="{02A9AACA-53D5-4FF2-A82B-227EFFFEBA7F}" dt="2026-10-26T19:33:58.566" v="369" actId="1076"/>
          <ac:picMkLst>
            <pc:docMk/>
            <pc:sldMk cId="0" sldId="261"/>
            <ac:picMk id="13" creationId="{C447975F-8FA2-47C7-D10D-8EB119554807}"/>
          </ac:picMkLst>
        </pc:picChg>
      </pc:sldChg>
      <pc:sldChg chg="addSp delSp modSp mod">
        <pc:chgData name="Alan Ferronnière" userId="ce53b17fa47f1d0f" providerId="LiveId" clId="{02A9AACA-53D5-4FF2-A82B-227EFFFEBA7F}" dt="2026-10-26T19:43:29.409" v="506" actId="1076"/>
        <pc:sldMkLst>
          <pc:docMk/>
          <pc:sldMk cId="0" sldId="262"/>
        </pc:sldMkLst>
        <pc:spChg chg="mod">
          <ac:chgData name="Alan Ferronnière" userId="ce53b17fa47f1d0f" providerId="LiveId" clId="{02A9AACA-53D5-4FF2-A82B-227EFFFEBA7F}" dt="2026-10-26T19:03:14.783" v="0" actId="26606"/>
          <ac:spMkLst>
            <pc:docMk/>
            <pc:sldMk cId="0" sldId="262"/>
            <ac:spMk id="2" creationId="{00000000-0000-0000-0000-000000000000}"/>
          </ac:spMkLst>
        </pc:spChg>
        <pc:spChg chg="mod">
          <ac:chgData name="Alan Ferronnière" userId="ce53b17fa47f1d0f" providerId="LiveId" clId="{02A9AACA-53D5-4FF2-A82B-227EFFFEBA7F}" dt="2026-10-26T19:03:14.783" v="0" actId="26606"/>
          <ac:spMkLst>
            <pc:docMk/>
            <pc:sldMk cId="0" sldId="262"/>
            <ac:spMk id="3" creationId="{00000000-0000-0000-0000-000000000000}"/>
          </ac:spMkLst>
        </pc:spChg>
        <pc:spChg chg="mod">
          <ac:chgData name="Alan Ferronnière" userId="ce53b17fa47f1d0f" providerId="LiveId" clId="{02A9AACA-53D5-4FF2-A82B-227EFFFEBA7F}" dt="2026-10-26T19:03:14.783" v="0" actId="26606"/>
          <ac:spMkLst>
            <pc:docMk/>
            <pc:sldMk cId="0" sldId="262"/>
            <ac:spMk id="5" creationId="{00000000-0000-0000-0000-000000000000}"/>
          </ac:spMkLst>
        </pc:spChg>
        <pc:spChg chg="mod">
          <ac:chgData name="Alan Ferronnière" userId="ce53b17fa47f1d0f" providerId="LiveId" clId="{02A9AACA-53D5-4FF2-A82B-227EFFFEBA7F}" dt="2026-10-26T19:03:14.783" v="0" actId="26606"/>
          <ac:spMkLst>
            <pc:docMk/>
            <pc:sldMk cId="0" sldId="262"/>
            <ac:spMk id="6" creationId="{00000000-0000-0000-0000-000000000000}"/>
          </ac:spMkLst>
        </pc:spChg>
        <pc:spChg chg="del mod">
          <ac:chgData name="Alan Ferronnière" userId="ce53b17fa47f1d0f" providerId="LiveId" clId="{02A9AACA-53D5-4FF2-A82B-227EFFFEBA7F}" dt="2026-10-26T19:34:23.136" v="370" actId="478"/>
          <ac:spMkLst>
            <pc:docMk/>
            <pc:sldMk cId="0" sldId="262"/>
            <ac:spMk id="7" creationId="{00000000-0000-0000-0000-000000000000}"/>
          </ac:spMkLst>
        </pc:spChg>
        <pc:spChg chg="mod">
          <ac:chgData name="Alan Ferronnière" userId="ce53b17fa47f1d0f" providerId="LiveId" clId="{02A9AACA-53D5-4FF2-A82B-227EFFFEBA7F}" dt="2026-10-26T19:35:51.769" v="412" actId="20577"/>
          <ac:spMkLst>
            <pc:docMk/>
            <pc:sldMk cId="0" sldId="262"/>
            <ac:spMk id="8" creationId="{00000000-0000-0000-0000-000000000000}"/>
          </ac:spMkLst>
        </pc:spChg>
        <pc:spChg chg="del mod">
          <ac:chgData name="Alan Ferronnière" userId="ce53b17fa47f1d0f" providerId="LiveId" clId="{02A9AACA-53D5-4FF2-A82B-227EFFFEBA7F}" dt="2026-10-26T19:34:24.612" v="371" actId="478"/>
          <ac:spMkLst>
            <pc:docMk/>
            <pc:sldMk cId="0" sldId="262"/>
            <ac:spMk id="10" creationId="{00000000-0000-0000-0000-000000000000}"/>
          </ac:spMkLst>
        </pc:spChg>
        <pc:spChg chg="mod">
          <ac:chgData name="Alan Ferronnière" userId="ce53b17fa47f1d0f" providerId="LiveId" clId="{02A9AACA-53D5-4FF2-A82B-227EFFFEBA7F}" dt="2026-10-26T19:37:30.800" v="480" actId="20577"/>
          <ac:spMkLst>
            <pc:docMk/>
            <pc:sldMk cId="0" sldId="262"/>
            <ac:spMk id="11" creationId="{00000000-0000-0000-0000-000000000000}"/>
          </ac:spMkLst>
        </pc:spChg>
        <pc:spChg chg="del mod">
          <ac:chgData name="Alan Ferronnière" userId="ce53b17fa47f1d0f" providerId="LiveId" clId="{02A9AACA-53D5-4FF2-A82B-227EFFFEBA7F}" dt="2026-10-26T19:34:25.701" v="372" actId="478"/>
          <ac:spMkLst>
            <pc:docMk/>
            <pc:sldMk cId="0" sldId="262"/>
            <ac:spMk id="13" creationId="{00000000-0000-0000-0000-000000000000}"/>
          </ac:spMkLst>
        </pc:spChg>
        <pc:spChg chg="mod">
          <ac:chgData name="Alan Ferronnière" userId="ce53b17fa47f1d0f" providerId="LiveId" clId="{02A9AACA-53D5-4FF2-A82B-227EFFFEBA7F}" dt="2026-10-26T19:38:08.881" v="500" actId="20577"/>
          <ac:spMkLst>
            <pc:docMk/>
            <pc:sldMk cId="0" sldId="262"/>
            <ac:spMk id="14" creationId="{00000000-0000-0000-0000-000000000000}"/>
          </ac:spMkLst>
        </pc:spChg>
        <pc:picChg chg="add mod">
          <ac:chgData name="Alan Ferronnière" userId="ce53b17fa47f1d0f" providerId="LiveId" clId="{02A9AACA-53D5-4FF2-A82B-227EFFFEBA7F}" dt="2026-10-26T19:39:11.215" v="502" actId="1076"/>
          <ac:picMkLst>
            <pc:docMk/>
            <pc:sldMk cId="0" sldId="262"/>
            <ac:picMk id="15" creationId="{ADD4BA45-020C-BFF2-6E60-D4BC0078C759}"/>
          </ac:picMkLst>
        </pc:picChg>
        <pc:picChg chg="add mod">
          <ac:chgData name="Alan Ferronnière" userId="ce53b17fa47f1d0f" providerId="LiveId" clId="{02A9AACA-53D5-4FF2-A82B-227EFFFEBA7F}" dt="2026-10-26T19:40:31.500" v="504" actId="1076"/>
          <ac:picMkLst>
            <pc:docMk/>
            <pc:sldMk cId="0" sldId="262"/>
            <ac:picMk id="16" creationId="{716A2198-E98B-FD74-9BC9-9429124AA208}"/>
          </ac:picMkLst>
        </pc:picChg>
        <pc:picChg chg="add mod">
          <ac:chgData name="Alan Ferronnière" userId="ce53b17fa47f1d0f" providerId="LiveId" clId="{02A9AACA-53D5-4FF2-A82B-227EFFFEBA7F}" dt="2026-10-26T19:43:29.409" v="506" actId="1076"/>
          <ac:picMkLst>
            <pc:docMk/>
            <pc:sldMk cId="0" sldId="262"/>
            <ac:picMk id="17" creationId="{E964486C-BA0C-A00B-03EF-F096854B885F}"/>
          </ac:picMkLst>
        </pc:picChg>
      </pc:sldChg>
      <pc:sldChg chg="modSp mod">
        <pc:chgData name="Alan Ferronnière" userId="ce53b17fa47f1d0f" providerId="LiveId" clId="{02A9AACA-53D5-4FF2-A82B-227EFFFEBA7F}" dt="2026-10-26T19:03:14.783" v="0" actId="26606"/>
        <pc:sldMkLst>
          <pc:docMk/>
          <pc:sldMk cId="0" sldId="263"/>
        </pc:sldMkLst>
        <pc:spChg chg="mod">
          <ac:chgData name="Alan Ferronnière" userId="ce53b17fa47f1d0f" providerId="LiveId" clId="{02A9AACA-53D5-4FF2-A82B-227EFFFEBA7F}" dt="2026-10-26T19:03:14.783" v="0" actId="26606"/>
          <ac:spMkLst>
            <pc:docMk/>
            <pc:sldMk cId="0" sldId="263"/>
            <ac:spMk id="2" creationId="{00000000-0000-0000-0000-000000000000}"/>
          </ac:spMkLst>
        </pc:spChg>
        <pc:spChg chg="mod">
          <ac:chgData name="Alan Ferronnière" userId="ce53b17fa47f1d0f" providerId="LiveId" clId="{02A9AACA-53D5-4FF2-A82B-227EFFFEBA7F}" dt="2026-10-26T19:03:14.783" v="0" actId="26606"/>
          <ac:spMkLst>
            <pc:docMk/>
            <pc:sldMk cId="0" sldId="263"/>
            <ac:spMk id="3" creationId="{00000000-0000-0000-0000-000000000000}"/>
          </ac:spMkLst>
        </pc:spChg>
        <pc:spChg chg="mod">
          <ac:chgData name="Alan Ferronnière" userId="ce53b17fa47f1d0f" providerId="LiveId" clId="{02A9AACA-53D5-4FF2-A82B-227EFFFEBA7F}" dt="2026-10-26T19:03:14.783" v="0" actId="26606"/>
          <ac:spMkLst>
            <pc:docMk/>
            <pc:sldMk cId="0" sldId="263"/>
            <ac:spMk id="4" creationId="{00000000-0000-0000-0000-000000000000}"/>
          </ac:spMkLst>
        </pc:spChg>
        <pc:spChg chg="mod">
          <ac:chgData name="Alan Ferronnière" userId="ce53b17fa47f1d0f" providerId="LiveId" clId="{02A9AACA-53D5-4FF2-A82B-227EFFFEBA7F}" dt="2026-10-26T19:03:14.783" v="0" actId="26606"/>
          <ac:spMkLst>
            <pc:docMk/>
            <pc:sldMk cId="0" sldId="263"/>
            <ac:spMk id="5" creationId="{00000000-0000-0000-0000-000000000000}"/>
          </ac:spMkLst>
        </pc:spChg>
        <pc:graphicFrameChg chg="mod modGraphic">
          <ac:chgData name="Alan Ferronnière" userId="ce53b17fa47f1d0f" providerId="LiveId" clId="{02A9AACA-53D5-4FF2-A82B-227EFFFEBA7F}" dt="2026-10-26T19:03:14.783" v="0" actId="26606"/>
          <ac:graphicFrameMkLst>
            <pc:docMk/>
            <pc:sldMk cId="0" sldId="263"/>
            <ac:graphicFrameMk id="6" creationId="{00000000-0000-0000-0000-000000000000}"/>
          </ac:graphicFrameMkLst>
        </pc:graphicFrameChg>
      </pc:sldChg>
      <pc:sldChg chg="addSp delSp modSp mod">
        <pc:chgData name="Alan Ferronnière" userId="ce53b17fa47f1d0f" providerId="LiveId" clId="{02A9AACA-53D5-4FF2-A82B-227EFFFEBA7F}" dt="2026-10-26T19:49:15.245" v="550" actId="1076"/>
        <pc:sldMkLst>
          <pc:docMk/>
          <pc:sldMk cId="0" sldId="264"/>
        </pc:sldMkLst>
        <pc:spChg chg="mod">
          <ac:chgData name="Alan Ferronnière" userId="ce53b17fa47f1d0f" providerId="LiveId" clId="{02A9AACA-53D5-4FF2-A82B-227EFFFEBA7F}" dt="2026-10-26T19:03:14.783" v="0" actId="26606"/>
          <ac:spMkLst>
            <pc:docMk/>
            <pc:sldMk cId="0" sldId="264"/>
            <ac:spMk id="2" creationId="{00000000-0000-0000-0000-000000000000}"/>
          </ac:spMkLst>
        </pc:spChg>
        <pc:spChg chg="mod">
          <ac:chgData name="Alan Ferronnière" userId="ce53b17fa47f1d0f" providerId="LiveId" clId="{02A9AACA-53D5-4FF2-A82B-227EFFFEBA7F}" dt="2026-10-26T19:03:14.783" v="0" actId="26606"/>
          <ac:spMkLst>
            <pc:docMk/>
            <pc:sldMk cId="0" sldId="264"/>
            <ac:spMk id="3" creationId="{00000000-0000-0000-0000-000000000000}"/>
          </ac:spMkLst>
        </pc:spChg>
        <pc:spChg chg="mod">
          <ac:chgData name="Alan Ferronnière" userId="ce53b17fa47f1d0f" providerId="LiveId" clId="{02A9AACA-53D5-4FF2-A82B-227EFFFEBA7F}" dt="2026-10-26T19:03:14.783" v="0" actId="26606"/>
          <ac:spMkLst>
            <pc:docMk/>
            <pc:sldMk cId="0" sldId="264"/>
            <ac:spMk id="4" creationId="{00000000-0000-0000-0000-000000000000}"/>
          </ac:spMkLst>
        </pc:spChg>
        <pc:spChg chg="mod">
          <ac:chgData name="Alan Ferronnière" userId="ce53b17fa47f1d0f" providerId="LiveId" clId="{02A9AACA-53D5-4FF2-A82B-227EFFFEBA7F}" dt="2026-10-26T19:03:14.783" v="0" actId="26606"/>
          <ac:spMkLst>
            <pc:docMk/>
            <pc:sldMk cId="0" sldId="264"/>
            <ac:spMk id="5" creationId="{00000000-0000-0000-0000-000000000000}"/>
          </ac:spMkLst>
        </pc:spChg>
        <pc:spChg chg="del mod">
          <ac:chgData name="Alan Ferronnière" userId="ce53b17fa47f1d0f" providerId="LiveId" clId="{02A9AACA-53D5-4FF2-A82B-227EFFFEBA7F}" dt="2026-10-26T19:48:32.752" v="543" actId="478"/>
          <ac:spMkLst>
            <pc:docMk/>
            <pc:sldMk cId="0" sldId="264"/>
            <ac:spMk id="6" creationId="{00000000-0000-0000-0000-000000000000}"/>
          </ac:spMkLst>
        </pc:spChg>
        <pc:spChg chg="del mod">
          <ac:chgData name="Alan Ferronnière" userId="ce53b17fa47f1d0f" providerId="LiveId" clId="{02A9AACA-53D5-4FF2-A82B-227EFFFEBA7F}" dt="2026-10-26T19:44:18.458" v="507" actId="478"/>
          <ac:spMkLst>
            <pc:docMk/>
            <pc:sldMk cId="0" sldId="264"/>
            <ac:spMk id="7" creationId="{00000000-0000-0000-0000-000000000000}"/>
          </ac:spMkLst>
        </pc:spChg>
        <pc:spChg chg="mod">
          <ac:chgData name="Alan Ferronnière" userId="ce53b17fa47f1d0f" providerId="LiveId" clId="{02A9AACA-53D5-4FF2-A82B-227EFFFEBA7F}" dt="2026-10-26T19:45:41.175" v="516" actId="6549"/>
          <ac:spMkLst>
            <pc:docMk/>
            <pc:sldMk cId="0" sldId="264"/>
            <ac:spMk id="8" creationId="{00000000-0000-0000-0000-000000000000}"/>
          </ac:spMkLst>
        </pc:spChg>
        <pc:spChg chg="del mod">
          <ac:chgData name="Alan Ferronnière" userId="ce53b17fa47f1d0f" providerId="LiveId" clId="{02A9AACA-53D5-4FF2-A82B-227EFFFEBA7F}" dt="2026-10-26T19:48:31.326" v="542" actId="478"/>
          <ac:spMkLst>
            <pc:docMk/>
            <pc:sldMk cId="0" sldId="264"/>
            <ac:spMk id="9" creationId="{00000000-0000-0000-0000-000000000000}"/>
          </ac:spMkLst>
        </pc:spChg>
        <pc:spChg chg="del mod">
          <ac:chgData name="Alan Ferronnière" userId="ce53b17fa47f1d0f" providerId="LiveId" clId="{02A9AACA-53D5-4FF2-A82B-227EFFFEBA7F}" dt="2026-10-26T19:44:23.632" v="508" actId="478"/>
          <ac:spMkLst>
            <pc:docMk/>
            <pc:sldMk cId="0" sldId="264"/>
            <ac:spMk id="10" creationId="{00000000-0000-0000-0000-000000000000}"/>
          </ac:spMkLst>
        </pc:spChg>
        <pc:spChg chg="mod">
          <ac:chgData name="Alan Ferronnière" userId="ce53b17fa47f1d0f" providerId="LiveId" clId="{02A9AACA-53D5-4FF2-A82B-227EFFFEBA7F}" dt="2026-10-26T19:48:11.241" v="537" actId="12"/>
          <ac:spMkLst>
            <pc:docMk/>
            <pc:sldMk cId="0" sldId="264"/>
            <ac:spMk id="11" creationId="{00000000-0000-0000-0000-000000000000}"/>
          </ac:spMkLst>
        </pc:spChg>
        <pc:picChg chg="add mod">
          <ac:chgData name="Alan Ferronnière" userId="ce53b17fa47f1d0f" providerId="LiveId" clId="{02A9AACA-53D5-4FF2-A82B-227EFFFEBA7F}" dt="2026-10-26T19:48:59.671" v="547" actId="1076"/>
          <ac:picMkLst>
            <pc:docMk/>
            <pc:sldMk cId="0" sldId="264"/>
            <ac:picMk id="12" creationId="{F3FB38A4-88B6-C922-70A2-BBAC7AA48DB8}"/>
          </ac:picMkLst>
        </pc:picChg>
        <pc:picChg chg="add mod">
          <ac:chgData name="Alan Ferronnière" userId="ce53b17fa47f1d0f" providerId="LiveId" clId="{02A9AACA-53D5-4FF2-A82B-227EFFFEBA7F}" dt="2026-10-26T19:49:15.245" v="550" actId="1076"/>
          <ac:picMkLst>
            <pc:docMk/>
            <pc:sldMk cId="0" sldId="264"/>
            <ac:picMk id="13" creationId="{BBECC152-2FB5-8091-57D5-3880E472D4E9}"/>
          </ac:picMkLst>
        </pc:picChg>
      </pc:sldChg>
      <pc:sldChg chg="addSp delSp modSp mod">
        <pc:chgData name="Alan Ferronnière" userId="ce53b17fa47f1d0f" providerId="LiveId" clId="{02A9AACA-53D5-4FF2-A82B-227EFFFEBA7F}" dt="2026-10-26T19:54:31.934" v="694" actId="1076"/>
        <pc:sldMkLst>
          <pc:docMk/>
          <pc:sldMk cId="0" sldId="265"/>
        </pc:sldMkLst>
        <pc:spChg chg="mod">
          <ac:chgData name="Alan Ferronnière" userId="ce53b17fa47f1d0f" providerId="LiveId" clId="{02A9AACA-53D5-4FF2-A82B-227EFFFEBA7F}" dt="2026-10-26T19:03:14.783" v="0" actId="26606"/>
          <ac:spMkLst>
            <pc:docMk/>
            <pc:sldMk cId="0" sldId="265"/>
            <ac:spMk id="2" creationId="{00000000-0000-0000-0000-000000000000}"/>
          </ac:spMkLst>
        </pc:spChg>
        <pc:spChg chg="mod">
          <ac:chgData name="Alan Ferronnière" userId="ce53b17fa47f1d0f" providerId="LiveId" clId="{02A9AACA-53D5-4FF2-A82B-227EFFFEBA7F}" dt="2026-10-26T19:03:14.783" v="0" actId="26606"/>
          <ac:spMkLst>
            <pc:docMk/>
            <pc:sldMk cId="0" sldId="265"/>
            <ac:spMk id="3" creationId="{00000000-0000-0000-0000-000000000000}"/>
          </ac:spMkLst>
        </pc:spChg>
        <pc:spChg chg="mod">
          <ac:chgData name="Alan Ferronnière" userId="ce53b17fa47f1d0f" providerId="LiveId" clId="{02A9AACA-53D5-4FF2-A82B-227EFFFEBA7F}" dt="2026-10-26T19:03:14.783" v="0" actId="26606"/>
          <ac:spMkLst>
            <pc:docMk/>
            <pc:sldMk cId="0" sldId="265"/>
            <ac:spMk id="4" creationId="{00000000-0000-0000-0000-000000000000}"/>
          </ac:spMkLst>
        </pc:spChg>
        <pc:spChg chg="mod">
          <ac:chgData name="Alan Ferronnière" userId="ce53b17fa47f1d0f" providerId="LiveId" clId="{02A9AACA-53D5-4FF2-A82B-227EFFFEBA7F}" dt="2026-10-26T19:03:14.783" v="0" actId="26606"/>
          <ac:spMkLst>
            <pc:docMk/>
            <pc:sldMk cId="0" sldId="265"/>
            <ac:spMk id="6" creationId="{00000000-0000-0000-0000-000000000000}"/>
          </ac:spMkLst>
        </pc:spChg>
        <pc:spChg chg="del mod">
          <ac:chgData name="Alan Ferronnière" userId="ce53b17fa47f1d0f" providerId="LiveId" clId="{02A9AACA-53D5-4FF2-A82B-227EFFFEBA7F}" dt="2026-10-26T19:49:48.678" v="551" actId="478"/>
          <ac:spMkLst>
            <pc:docMk/>
            <pc:sldMk cId="0" sldId="265"/>
            <ac:spMk id="7" creationId="{00000000-0000-0000-0000-000000000000}"/>
          </ac:spMkLst>
        </pc:spChg>
        <pc:spChg chg="mod">
          <ac:chgData name="Alan Ferronnière" userId="ce53b17fa47f1d0f" providerId="LiveId" clId="{02A9AACA-53D5-4FF2-A82B-227EFFFEBA7F}" dt="2026-10-26T19:51:41.235" v="685" actId="5793"/>
          <ac:spMkLst>
            <pc:docMk/>
            <pc:sldMk cId="0" sldId="265"/>
            <ac:spMk id="8" creationId="{00000000-0000-0000-0000-000000000000}"/>
          </ac:spMkLst>
        </pc:spChg>
        <pc:spChg chg="mod">
          <ac:chgData name="Alan Ferronnière" userId="ce53b17fa47f1d0f" providerId="LiveId" clId="{02A9AACA-53D5-4FF2-A82B-227EFFFEBA7F}" dt="2026-10-26T19:03:14.783" v="0" actId="26606"/>
          <ac:spMkLst>
            <pc:docMk/>
            <pc:sldMk cId="0" sldId="265"/>
            <ac:spMk id="9" creationId="{00000000-0000-0000-0000-000000000000}"/>
          </ac:spMkLst>
        </pc:spChg>
        <pc:spChg chg="del mod">
          <ac:chgData name="Alan Ferronnière" userId="ce53b17fa47f1d0f" providerId="LiveId" clId="{02A9AACA-53D5-4FF2-A82B-227EFFFEBA7F}" dt="2026-10-26T19:49:51.869" v="552" actId="478"/>
          <ac:spMkLst>
            <pc:docMk/>
            <pc:sldMk cId="0" sldId="265"/>
            <ac:spMk id="10" creationId="{00000000-0000-0000-0000-000000000000}"/>
          </ac:spMkLst>
        </pc:spChg>
        <pc:spChg chg="mod">
          <ac:chgData name="Alan Ferronnière" userId="ce53b17fa47f1d0f" providerId="LiveId" clId="{02A9AACA-53D5-4FF2-A82B-227EFFFEBA7F}" dt="2026-10-26T19:50:50.776" v="603" actId="12"/>
          <ac:spMkLst>
            <pc:docMk/>
            <pc:sldMk cId="0" sldId="265"/>
            <ac:spMk id="11" creationId="{00000000-0000-0000-0000-000000000000}"/>
          </ac:spMkLst>
        </pc:spChg>
        <pc:spChg chg="mod">
          <ac:chgData name="Alan Ferronnière" userId="ce53b17fa47f1d0f" providerId="LiveId" clId="{02A9AACA-53D5-4FF2-A82B-227EFFFEBA7F}" dt="2026-10-26T19:03:14.783" v="0" actId="26606"/>
          <ac:spMkLst>
            <pc:docMk/>
            <pc:sldMk cId="0" sldId="265"/>
            <ac:spMk id="12" creationId="{00000000-0000-0000-0000-000000000000}"/>
          </ac:spMkLst>
        </pc:spChg>
        <pc:spChg chg="del">
          <ac:chgData name="Alan Ferronnière" userId="ce53b17fa47f1d0f" providerId="LiveId" clId="{02A9AACA-53D5-4FF2-A82B-227EFFFEBA7F}" dt="2026-10-26T19:49:54.146" v="553" actId="478"/>
          <ac:spMkLst>
            <pc:docMk/>
            <pc:sldMk cId="0" sldId="265"/>
            <ac:spMk id="13" creationId="{00000000-0000-0000-0000-000000000000}"/>
          </ac:spMkLst>
        </pc:spChg>
        <pc:spChg chg="mod">
          <ac:chgData name="Alan Ferronnière" userId="ce53b17fa47f1d0f" providerId="LiveId" clId="{02A9AACA-53D5-4FF2-A82B-227EFFFEBA7F}" dt="2026-10-26T19:51:36.442" v="680" actId="5793"/>
          <ac:spMkLst>
            <pc:docMk/>
            <pc:sldMk cId="0" sldId="265"/>
            <ac:spMk id="14" creationId="{00000000-0000-0000-0000-000000000000}"/>
          </ac:spMkLst>
        </pc:spChg>
        <pc:picChg chg="add mod">
          <ac:chgData name="Alan Ferronnière" userId="ce53b17fa47f1d0f" providerId="LiveId" clId="{02A9AACA-53D5-4FF2-A82B-227EFFFEBA7F}" dt="2026-10-26T19:53:02.256" v="687" actId="1076"/>
          <ac:picMkLst>
            <pc:docMk/>
            <pc:sldMk cId="0" sldId="265"/>
            <ac:picMk id="15" creationId="{24BA22CD-A409-CF3A-837E-7BA6BAA50A22}"/>
          </ac:picMkLst>
        </pc:picChg>
        <pc:picChg chg="add mod">
          <ac:chgData name="Alan Ferronnière" userId="ce53b17fa47f1d0f" providerId="LiveId" clId="{02A9AACA-53D5-4FF2-A82B-227EFFFEBA7F}" dt="2026-10-26T19:53:19.168" v="689" actId="1076"/>
          <ac:picMkLst>
            <pc:docMk/>
            <pc:sldMk cId="0" sldId="265"/>
            <ac:picMk id="16" creationId="{52E5B154-0384-14C4-CF05-54145D1E9212}"/>
          </ac:picMkLst>
        </pc:picChg>
        <pc:picChg chg="add mod">
          <ac:chgData name="Alan Ferronnière" userId="ce53b17fa47f1d0f" providerId="LiveId" clId="{02A9AACA-53D5-4FF2-A82B-227EFFFEBA7F}" dt="2026-10-26T19:54:31.934" v="694" actId="1076"/>
          <ac:picMkLst>
            <pc:docMk/>
            <pc:sldMk cId="0" sldId="265"/>
            <ac:picMk id="17" creationId="{61682735-2D95-1A0C-4036-8EAD1502F5B9}"/>
          </ac:picMkLst>
        </pc:picChg>
      </pc:sldChg>
      <pc:sldChg chg="addSp delSp modSp mod">
        <pc:chgData name="Alan Ferronnière" userId="ce53b17fa47f1d0f" providerId="LiveId" clId="{02A9AACA-53D5-4FF2-A82B-227EFFFEBA7F}" dt="2026-10-26T20:01:38.607" v="870" actId="1076"/>
        <pc:sldMkLst>
          <pc:docMk/>
          <pc:sldMk cId="0" sldId="266"/>
        </pc:sldMkLst>
        <pc:spChg chg="mod">
          <ac:chgData name="Alan Ferronnière" userId="ce53b17fa47f1d0f" providerId="LiveId" clId="{02A9AACA-53D5-4FF2-A82B-227EFFFEBA7F}" dt="2026-10-26T19:03:14.783" v="0" actId="26606"/>
          <ac:spMkLst>
            <pc:docMk/>
            <pc:sldMk cId="0" sldId="266"/>
            <ac:spMk id="2" creationId="{00000000-0000-0000-0000-000000000000}"/>
          </ac:spMkLst>
        </pc:spChg>
        <pc:spChg chg="mod">
          <ac:chgData name="Alan Ferronnière" userId="ce53b17fa47f1d0f" providerId="LiveId" clId="{02A9AACA-53D5-4FF2-A82B-227EFFFEBA7F}" dt="2026-10-26T19:03:14.783" v="0" actId="26606"/>
          <ac:spMkLst>
            <pc:docMk/>
            <pc:sldMk cId="0" sldId="266"/>
            <ac:spMk id="3" creationId="{00000000-0000-0000-0000-000000000000}"/>
          </ac:spMkLst>
        </pc:spChg>
        <pc:spChg chg="mod">
          <ac:chgData name="Alan Ferronnière" userId="ce53b17fa47f1d0f" providerId="LiveId" clId="{02A9AACA-53D5-4FF2-A82B-227EFFFEBA7F}" dt="2026-10-26T19:03:14.783" v="0" actId="26606"/>
          <ac:spMkLst>
            <pc:docMk/>
            <pc:sldMk cId="0" sldId="266"/>
            <ac:spMk id="4" creationId="{00000000-0000-0000-0000-000000000000}"/>
          </ac:spMkLst>
        </pc:spChg>
        <pc:spChg chg="mod">
          <ac:chgData name="Alan Ferronnière" userId="ce53b17fa47f1d0f" providerId="LiveId" clId="{02A9AACA-53D5-4FF2-A82B-227EFFFEBA7F}" dt="2026-10-26T19:03:14.783" v="0" actId="26606"/>
          <ac:spMkLst>
            <pc:docMk/>
            <pc:sldMk cId="0" sldId="266"/>
            <ac:spMk id="5" creationId="{00000000-0000-0000-0000-000000000000}"/>
          </ac:spMkLst>
        </pc:spChg>
        <pc:spChg chg="mod">
          <ac:chgData name="Alan Ferronnière" userId="ce53b17fa47f1d0f" providerId="LiveId" clId="{02A9AACA-53D5-4FF2-A82B-227EFFFEBA7F}" dt="2026-10-26T19:03:14.783" v="0" actId="26606"/>
          <ac:spMkLst>
            <pc:docMk/>
            <pc:sldMk cId="0" sldId="266"/>
            <ac:spMk id="6" creationId="{00000000-0000-0000-0000-000000000000}"/>
          </ac:spMkLst>
        </pc:spChg>
        <pc:spChg chg="del mod">
          <ac:chgData name="Alan Ferronnière" userId="ce53b17fa47f1d0f" providerId="LiveId" clId="{02A9AACA-53D5-4FF2-A82B-227EFFFEBA7F}" dt="2026-10-26T19:54:42.369" v="695" actId="478"/>
          <ac:spMkLst>
            <pc:docMk/>
            <pc:sldMk cId="0" sldId="266"/>
            <ac:spMk id="7" creationId="{00000000-0000-0000-0000-000000000000}"/>
          </ac:spMkLst>
        </pc:spChg>
        <pc:spChg chg="mod">
          <ac:chgData name="Alan Ferronnière" userId="ce53b17fa47f1d0f" providerId="LiveId" clId="{02A9AACA-53D5-4FF2-A82B-227EFFFEBA7F}" dt="2026-10-26T19:55:35.045" v="761" actId="20577"/>
          <ac:spMkLst>
            <pc:docMk/>
            <pc:sldMk cId="0" sldId="266"/>
            <ac:spMk id="8" creationId="{00000000-0000-0000-0000-000000000000}"/>
          </ac:spMkLst>
        </pc:spChg>
        <pc:spChg chg="mod">
          <ac:chgData name="Alan Ferronnière" userId="ce53b17fa47f1d0f" providerId="LiveId" clId="{02A9AACA-53D5-4FF2-A82B-227EFFFEBA7F}" dt="2026-10-26T19:03:14.783" v="0" actId="26606"/>
          <ac:spMkLst>
            <pc:docMk/>
            <pc:sldMk cId="0" sldId="266"/>
            <ac:spMk id="9" creationId="{00000000-0000-0000-0000-000000000000}"/>
          </ac:spMkLst>
        </pc:spChg>
        <pc:spChg chg="del mod">
          <ac:chgData name="Alan Ferronnière" userId="ce53b17fa47f1d0f" providerId="LiveId" clId="{02A9AACA-53D5-4FF2-A82B-227EFFFEBA7F}" dt="2026-10-26T19:54:45.072" v="696" actId="478"/>
          <ac:spMkLst>
            <pc:docMk/>
            <pc:sldMk cId="0" sldId="266"/>
            <ac:spMk id="10" creationId="{00000000-0000-0000-0000-000000000000}"/>
          </ac:spMkLst>
        </pc:spChg>
        <pc:spChg chg="mod">
          <ac:chgData name="Alan Ferronnière" userId="ce53b17fa47f1d0f" providerId="LiveId" clId="{02A9AACA-53D5-4FF2-A82B-227EFFFEBA7F}" dt="2026-10-26T19:56:32.776" v="863" actId="20577"/>
          <ac:spMkLst>
            <pc:docMk/>
            <pc:sldMk cId="0" sldId="266"/>
            <ac:spMk id="11" creationId="{00000000-0000-0000-0000-000000000000}"/>
          </ac:spMkLst>
        </pc:spChg>
        <pc:picChg chg="add mod">
          <ac:chgData name="Alan Ferronnière" userId="ce53b17fa47f1d0f" providerId="LiveId" clId="{02A9AACA-53D5-4FF2-A82B-227EFFFEBA7F}" dt="2026-10-26T19:57:41.012" v="866" actId="1076"/>
          <ac:picMkLst>
            <pc:docMk/>
            <pc:sldMk cId="0" sldId="266"/>
            <ac:picMk id="12" creationId="{985D3B31-6B21-5027-F1B4-1DCD161F6989}"/>
          </ac:picMkLst>
        </pc:picChg>
        <pc:picChg chg="add mod">
          <ac:chgData name="Alan Ferronnière" userId="ce53b17fa47f1d0f" providerId="LiveId" clId="{02A9AACA-53D5-4FF2-A82B-227EFFFEBA7F}" dt="2026-10-26T20:01:38.607" v="870" actId="1076"/>
          <ac:picMkLst>
            <pc:docMk/>
            <pc:sldMk cId="0" sldId="266"/>
            <ac:picMk id="13" creationId="{18415C53-1AA4-F282-CD26-047221EAF527}"/>
          </ac:picMkLst>
        </pc:picChg>
      </pc:sldChg>
      <pc:sldChg chg="addSp delSp modSp mod">
        <pc:chgData name="Alan Ferronnière" userId="ce53b17fa47f1d0f" providerId="LiveId" clId="{02A9AACA-53D5-4FF2-A82B-227EFFFEBA7F}" dt="2026-10-26T20:49:35.866" v="942" actId="1076"/>
        <pc:sldMkLst>
          <pc:docMk/>
          <pc:sldMk cId="0" sldId="267"/>
        </pc:sldMkLst>
        <pc:spChg chg="mod">
          <ac:chgData name="Alan Ferronnière" userId="ce53b17fa47f1d0f" providerId="LiveId" clId="{02A9AACA-53D5-4FF2-A82B-227EFFFEBA7F}" dt="2026-10-26T19:03:14.783" v="0" actId="26606"/>
          <ac:spMkLst>
            <pc:docMk/>
            <pc:sldMk cId="0" sldId="267"/>
            <ac:spMk id="2" creationId="{00000000-0000-0000-0000-000000000000}"/>
          </ac:spMkLst>
        </pc:spChg>
        <pc:spChg chg="mod">
          <ac:chgData name="Alan Ferronnière" userId="ce53b17fa47f1d0f" providerId="LiveId" clId="{02A9AACA-53D5-4FF2-A82B-227EFFFEBA7F}" dt="2026-10-26T19:03:14.783" v="0" actId="26606"/>
          <ac:spMkLst>
            <pc:docMk/>
            <pc:sldMk cId="0" sldId="267"/>
            <ac:spMk id="3" creationId="{00000000-0000-0000-0000-000000000000}"/>
          </ac:spMkLst>
        </pc:spChg>
        <pc:spChg chg="mod">
          <ac:chgData name="Alan Ferronnière" userId="ce53b17fa47f1d0f" providerId="LiveId" clId="{02A9AACA-53D5-4FF2-A82B-227EFFFEBA7F}" dt="2026-10-26T19:03:14.783" v="0" actId="26606"/>
          <ac:spMkLst>
            <pc:docMk/>
            <pc:sldMk cId="0" sldId="267"/>
            <ac:spMk id="4" creationId="{00000000-0000-0000-0000-000000000000}"/>
          </ac:spMkLst>
        </pc:spChg>
        <pc:spChg chg="mod">
          <ac:chgData name="Alan Ferronnière" userId="ce53b17fa47f1d0f" providerId="LiveId" clId="{02A9AACA-53D5-4FF2-A82B-227EFFFEBA7F}" dt="2026-10-26T19:03:14.783" v="0" actId="26606"/>
          <ac:spMkLst>
            <pc:docMk/>
            <pc:sldMk cId="0" sldId="267"/>
            <ac:spMk id="6" creationId="{00000000-0000-0000-0000-000000000000}"/>
          </ac:spMkLst>
        </pc:spChg>
        <pc:spChg chg="del mod">
          <ac:chgData name="Alan Ferronnière" userId="ce53b17fa47f1d0f" providerId="LiveId" clId="{02A9AACA-53D5-4FF2-A82B-227EFFFEBA7F}" dt="2026-10-26T20:02:01.262" v="871" actId="478"/>
          <ac:spMkLst>
            <pc:docMk/>
            <pc:sldMk cId="0" sldId="267"/>
            <ac:spMk id="8" creationId="{00000000-0000-0000-0000-000000000000}"/>
          </ac:spMkLst>
        </pc:spChg>
        <pc:spChg chg="mod">
          <ac:chgData name="Alan Ferronnière" userId="ce53b17fa47f1d0f" providerId="LiveId" clId="{02A9AACA-53D5-4FF2-A82B-227EFFFEBA7F}" dt="2026-10-26T20:03:52.511" v="918" actId="20577"/>
          <ac:spMkLst>
            <pc:docMk/>
            <pc:sldMk cId="0" sldId="267"/>
            <ac:spMk id="9" creationId="{00000000-0000-0000-0000-000000000000}"/>
          </ac:spMkLst>
        </pc:spChg>
        <pc:spChg chg="mod">
          <ac:chgData name="Alan Ferronnière" userId="ce53b17fa47f1d0f" providerId="LiveId" clId="{02A9AACA-53D5-4FF2-A82B-227EFFFEBA7F}" dt="2026-10-26T19:03:14.783" v="0" actId="26606"/>
          <ac:spMkLst>
            <pc:docMk/>
            <pc:sldMk cId="0" sldId="267"/>
            <ac:spMk id="10" creationId="{00000000-0000-0000-0000-000000000000}"/>
          </ac:spMkLst>
        </pc:spChg>
        <pc:spChg chg="del mod">
          <ac:chgData name="Alan Ferronnière" userId="ce53b17fa47f1d0f" providerId="LiveId" clId="{02A9AACA-53D5-4FF2-A82B-227EFFFEBA7F}" dt="2026-10-26T20:02:03.113" v="872" actId="478"/>
          <ac:spMkLst>
            <pc:docMk/>
            <pc:sldMk cId="0" sldId="267"/>
            <ac:spMk id="11" creationId="{00000000-0000-0000-0000-000000000000}"/>
          </ac:spMkLst>
        </pc:spChg>
        <pc:spChg chg="mod">
          <ac:chgData name="Alan Ferronnière" userId="ce53b17fa47f1d0f" providerId="LiveId" clId="{02A9AACA-53D5-4FF2-A82B-227EFFFEBA7F}" dt="2026-10-26T20:03:55.353" v="919" actId="20577"/>
          <ac:spMkLst>
            <pc:docMk/>
            <pc:sldMk cId="0" sldId="267"/>
            <ac:spMk id="12" creationId="{00000000-0000-0000-0000-000000000000}"/>
          </ac:spMkLst>
        </pc:spChg>
        <pc:spChg chg="del">
          <ac:chgData name="Alan Ferronnière" userId="ce53b17fa47f1d0f" providerId="LiveId" clId="{02A9AACA-53D5-4FF2-A82B-227EFFFEBA7F}" dt="2026-10-26T20:02:05.042" v="873" actId="478"/>
          <ac:spMkLst>
            <pc:docMk/>
            <pc:sldMk cId="0" sldId="267"/>
            <ac:spMk id="14" creationId="{00000000-0000-0000-0000-000000000000}"/>
          </ac:spMkLst>
        </pc:spChg>
        <pc:spChg chg="mod">
          <ac:chgData name="Alan Ferronnière" userId="ce53b17fa47f1d0f" providerId="LiveId" clId="{02A9AACA-53D5-4FF2-A82B-227EFFFEBA7F}" dt="2026-10-26T20:03:58.258" v="920" actId="20577"/>
          <ac:spMkLst>
            <pc:docMk/>
            <pc:sldMk cId="0" sldId="267"/>
            <ac:spMk id="15" creationId="{00000000-0000-0000-0000-000000000000}"/>
          </ac:spMkLst>
        </pc:spChg>
        <pc:spChg chg="del mod">
          <ac:chgData name="Alan Ferronnière" userId="ce53b17fa47f1d0f" providerId="LiveId" clId="{02A9AACA-53D5-4FF2-A82B-227EFFFEBA7F}" dt="2026-10-26T20:02:06.853" v="874" actId="478"/>
          <ac:spMkLst>
            <pc:docMk/>
            <pc:sldMk cId="0" sldId="267"/>
            <ac:spMk id="17" creationId="{00000000-0000-0000-0000-000000000000}"/>
          </ac:spMkLst>
        </pc:spChg>
        <pc:spChg chg="mod">
          <ac:chgData name="Alan Ferronnière" userId="ce53b17fa47f1d0f" providerId="LiveId" clId="{02A9AACA-53D5-4FF2-A82B-227EFFFEBA7F}" dt="2026-10-26T20:04:11.247" v="926" actId="20577"/>
          <ac:spMkLst>
            <pc:docMk/>
            <pc:sldMk cId="0" sldId="267"/>
            <ac:spMk id="18" creationId="{00000000-0000-0000-0000-000000000000}"/>
          </ac:spMkLst>
        </pc:spChg>
        <pc:picChg chg="add mod">
          <ac:chgData name="Alan Ferronnière" userId="ce53b17fa47f1d0f" providerId="LiveId" clId="{02A9AACA-53D5-4FF2-A82B-227EFFFEBA7F}" dt="2026-10-26T20:08:03.145" v="929" actId="1076"/>
          <ac:picMkLst>
            <pc:docMk/>
            <pc:sldMk cId="0" sldId="267"/>
            <ac:picMk id="19" creationId="{CF279929-8AAF-72B8-44DE-50E86FF52CA3}"/>
          </ac:picMkLst>
        </pc:picChg>
        <pc:picChg chg="add mod">
          <ac:chgData name="Alan Ferronnière" userId="ce53b17fa47f1d0f" providerId="LiveId" clId="{02A9AACA-53D5-4FF2-A82B-227EFFFEBA7F}" dt="2026-10-26T20:44:59.127" v="936" actId="1076"/>
          <ac:picMkLst>
            <pc:docMk/>
            <pc:sldMk cId="0" sldId="267"/>
            <ac:picMk id="20" creationId="{D4917BEE-E18E-624D-EA56-1E79097DE6C7}"/>
          </ac:picMkLst>
        </pc:picChg>
        <pc:picChg chg="add mod">
          <ac:chgData name="Alan Ferronnière" userId="ce53b17fa47f1d0f" providerId="LiveId" clId="{02A9AACA-53D5-4FF2-A82B-227EFFFEBA7F}" dt="2026-10-26T20:45:58.547" v="939" actId="1076"/>
          <ac:picMkLst>
            <pc:docMk/>
            <pc:sldMk cId="0" sldId="267"/>
            <ac:picMk id="21" creationId="{6BC95BF1-9885-7BE7-15D4-81148C12C5B2}"/>
          </ac:picMkLst>
        </pc:picChg>
        <pc:picChg chg="add mod">
          <ac:chgData name="Alan Ferronnière" userId="ce53b17fa47f1d0f" providerId="LiveId" clId="{02A9AACA-53D5-4FF2-A82B-227EFFFEBA7F}" dt="2026-10-26T20:49:35.866" v="942" actId="1076"/>
          <ac:picMkLst>
            <pc:docMk/>
            <pc:sldMk cId="0" sldId="267"/>
            <ac:picMk id="22" creationId="{0FFDCC6A-499D-C6F7-BA22-8D7FC5508538}"/>
          </ac:picMkLst>
        </pc:picChg>
      </pc:sldChg>
      <pc:sldChg chg="addSp delSp modSp mod">
        <pc:chgData name="Alan Ferronnière" userId="ce53b17fa47f1d0f" providerId="LiveId" clId="{02A9AACA-53D5-4FF2-A82B-227EFFFEBA7F}" dt="2026-10-26T20:54:39.912" v="1080" actId="1076"/>
        <pc:sldMkLst>
          <pc:docMk/>
          <pc:sldMk cId="0" sldId="268"/>
        </pc:sldMkLst>
        <pc:spChg chg="mod">
          <ac:chgData name="Alan Ferronnière" userId="ce53b17fa47f1d0f" providerId="LiveId" clId="{02A9AACA-53D5-4FF2-A82B-227EFFFEBA7F}" dt="2026-10-26T19:03:14.783" v="0" actId="26606"/>
          <ac:spMkLst>
            <pc:docMk/>
            <pc:sldMk cId="0" sldId="268"/>
            <ac:spMk id="2" creationId="{00000000-0000-0000-0000-000000000000}"/>
          </ac:spMkLst>
        </pc:spChg>
        <pc:spChg chg="mod">
          <ac:chgData name="Alan Ferronnière" userId="ce53b17fa47f1d0f" providerId="LiveId" clId="{02A9AACA-53D5-4FF2-A82B-227EFFFEBA7F}" dt="2026-10-26T19:03:14.783" v="0" actId="26606"/>
          <ac:spMkLst>
            <pc:docMk/>
            <pc:sldMk cId="0" sldId="268"/>
            <ac:spMk id="3" creationId="{00000000-0000-0000-0000-000000000000}"/>
          </ac:spMkLst>
        </pc:spChg>
        <pc:spChg chg="mod">
          <ac:chgData name="Alan Ferronnière" userId="ce53b17fa47f1d0f" providerId="LiveId" clId="{02A9AACA-53D5-4FF2-A82B-227EFFFEBA7F}" dt="2026-10-26T19:03:14.783" v="0" actId="26606"/>
          <ac:spMkLst>
            <pc:docMk/>
            <pc:sldMk cId="0" sldId="268"/>
            <ac:spMk id="4" creationId="{00000000-0000-0000-0000-000000000000}"/>
          </ac:spMkLst>
        </pc:spChg>
        <pc:spChg chg="mod">
          <ac:chgData name="Alan Ferronnière" userId="ce53b17fa47f1d0f" providerId="LiveId" clId="{02A9AACA-53D5-4FF2-A82B-227EFFFEBA7F}" dt="2026-10-26T19:03:14.783" v="0" actId="26606"/>
          <ac:spMkLst>
            <pc:docMk/>
            <pc:sldMk cId="0" sldId="268"/>
            <ac:spMk id="5" creationId="{00000000-0000-0000-0000-000000000000}"/>
          </ac:spMkLst>
        </pc:spChg>
        <pc:spChg chg="mod">
          <ac:chgData name="Alan Ferronnière" userId="ce53b17fa47f1d0f" providerId="LiveId" clId="{02A9AACA-53D5-4FF2-A82B-227EFFFEBA7F}" dt="2026-10-26T19:03:14.783" v="0" actId="26606"/>
          <ac:spMkLst>
            <pc:docMk/>
            <pc:sldMk cId="0" sldId="268"/>
            <ac:spMk id="6" creationId="{00000000-0000-0000-0000-000000000000}"/>
          </ac:spMkLst>
        </pc:spChg>
        <pc:spChg chg="del mod">
          <ac:chgData name="Alan Ferronnière" userId="ce53b17fa47f1d0f" providerId="LiveId" clId="{02A9AACA-53D5-4FF2-A82B-227EFFFEBA7F}" dt="2026-10-26T20:50:01.403" v="943" actId="478"/>
          <ac:spMkLst>
            <pc:docMk/>
            <pc:sldMk cId="0" sldId="268"/>
            <ac:spMk id="7" creationId="{00000000-0000-0000-0000-000000000000}"/>
          </ac:spMkLst>
        </pc:spChg>
        <pc:spChg chg="mod">
          <ac:chgData name="Alan Ferronnière" userId="ce53b17fa47f1d0f" providerId="LiveId" clId="{02A9AACA-53D5-4FF2-A82B-227EFFFEBA7F}" dt="2026-10-26T20:50:49.109" v="979" actId="20577"/>
          <ac:spMkLst>
            <pc:docMk/>
            <pc:sldMk cId="0" sldId="268"/>
            <ac:spMk id="8" creationId="{00000000-0000-0000-0000-000000000000}"/>
          </ac:spMkLst>
        </pc:spChg>
        <pc:spChg chg="mod">
          <ac:chgData name="Alan Ferronnière" userId="ce53b17fa47f1d0f" providerId="LiveId" clId="{02A9AACA-53D5-4FF2-A82B-227EFFFEBA7F}" dt="2026-10-26T19:03:14.783" v="0" actId="26606"/>
          <ac:spMkLst>
            <pc:docMk/>
            <pc:sldMk cId="0" sldId="268"/>
            <ac:spMk id="9" creationId="{00000000-0000-0000-0000-000000000000}"/>
          </ac:spMkLst>
        </pc:spChg>
        <pc:spChg chg="del mod">
          <ac:chgData name="Alan Ferronnière" userId="ce53b17fa47f1d0f" providerId="LiveId" clId="{02A9AACA-53D5-4FF2-A82B-227EFFFEBA7F}" dt="2026-10-26T20:50:03.671" v="944" actId="478"/>
          <ac:spMkLst>
            <pc:docMk/>
            <pc:sldMk cId="0" sldId="268"/>
            <ac:spMk id="10" creationId="{00000000-0000-0000-0000-000000000000}"/>
          </ac:spMkLst>
        </pc:spChg>
        <pc:spChg chg="mod">
          <ac:chgData name="Alan Ferronnière" userId="ce53b17fa47f1d0f" providerId="LiveId" clId="{02A9AACA-53D5-4FF2-A82B-227EFFFEBA7F}" dt="2026-10-26T20:52:28.213" v="1071" actId="20577"/>
          <ac:spMkLst>
            <pc:docMk/>
            <pc:sldMk cId="0" sldId="268"/>
            <ac:spMk id="11" creationId="{00000000-0000-0000-0000-000000000000}"/>
          </ac:spMkLst>
        </pc:spChg>
        <pc:picChg chg="add mod">
          <ac:chgData name="Alan Ferronnière" userId="ce53b17fa47f1d0f" providerId="LiveId" clId="{02A9AACA-53D5-4FF2-A82B-227EFFFEBA7F}" dt="2026-10-26T20:53:03.911" v="1075" actId="1076"/>
          <ac:picMkLst>
            <pc:docMk/>
            <pc:sldMk cId="0" sldId="268"/>
            <ac:picMk id="12" creationId="{5345C78C-0BF1-DB2A-EA4A-4E63C39E0B64}"/>
          </ac:picMkLst>
        </pc:picChg>
        <pc:picChg chg="add mod">
          <ac:chgData name="Alan Ferronnière" userId="ce53b17fa47f1d0f" providerId="LiveId" clId="{02A9AACA-53D5-4FF2-A82B-227EFFFEBA7F}" dt="2026-10-26T20:54:39.912" v="1080" actId="1076"/>
          <ac:picMkLst>
            <pc:docMk/>
            <pc:sldMk cId="0" sldId="268"/>
            <ac:picMk id="13" creationId="{01740934-1056-A1CA-3DC5-7ED2AC9D2595}"/>
          </ac:picMkLst>
        </pc:picChg>
      </pc:sldChg>
      <pc:sldChg chg="addSp delSp modSp mod">
        <pc:chgData name="Alan Ferronnière" userId="ce53b17fa47f1d0f" providerId="LiveId" clId="{02A9AACA-53D5-4FF2-A82B-227EFFFEBA7F}" dt="2026-10-26T20:57:45.955" v="1153" actId="1076"/>
        <pc:sldMkLst>
          <pc:docMk/>
          <pc:sldMk cId="0" sldId="269"/>
        </pc:sldMkLst>
        <pc:spChg chg="mod">
          <ac:chgData name="Alan Ferronnière" userId="ce53b17fa47f1d0f" providerId="LiveId" clId="{02A9AACA-53D5-4FF2-A82B-227EFFFEBA7F}" dt="2026-10-26T19:03:14.783" v="0" actId="26606"/>
          <ac:spMkLst>
            <pc:docMk/>
            <pc:sldMk cId="0" sldId="269"/>
            <ac:spMk id="2" creationId="{00000000-0000-0000-0000-000000000000}"/>
          </ac:spMkLst>
        </pc:spChg>
        <pc:spChg chg="mod">
          <ac:chgData name="Alan Ferronnière" userId="ce53b17fa47f1d0f" providerId="LiveId" clId="{02A9AACA-53D5-4FF2-A82B-227EFFFEBA7F}" dt="2026-10-26T19:03:14.783" v="0" actId="26606"/>
          <ac:spMkLst>
            <pc:docMk/>
            <pc:sldMk cId="0" sldId="269"/>
            <ac:spMk id="3" creationId="{00000000-0000-0000-0000-000000000000}"/>
          </ac:spMkLst>
        </pc:spChg>
        <pc:spChg chg="mod">
          <ac:chgData name="Alan Ferronnière" userId="ce53b17fa47f1d0f" providerId="LiveId" clId="{02A9AACA-53D5-4FF2-A82B-227EFFFEBA7F}" dt="2026-10-26T19:03:14.783" v="0" actId="26606"/>
          <ac:spMkLst>
            <pc:docMk/>
            <pc:sldMk cId="0" sldId="269"/>
            <ac:spMk id="4" creationId="{00000000-0000-0000-0000-000000000000}"/>
          </ac:spMkLst>
        </pc:spChg>
        <pc:spChg chg="mod">
          <ac:chgData name="Alan Ferronnière" userId="ce53b17fa47f1d0f" providerId="LiveId" clId="{02A9AACA-53D5-4FF2-A82B-227EFFFEBA7F}" dt="2026-10-26T19:03:14.783" v="0" actId="26606"/>
          <ac:spMkLst>
            <pc:docMk/>
            <pc:sldMk cId="0" sldId="269"/>
            <ac:spMk id="5" creationId="{00000000-0000-0000-0000-000000000000}"/>
          </ac:spMkLst>
        </pc:spChg>
        <pc:spChg chg="mod">
          <ac:chgData name="Alan Ferronnière" userId="ce53b17fa47f1d0f" providerId="LiveId" clId="{02A9AACA-53D5-4FF2-A82B-227EFFFEBA7F}" dt="2026-10-26T19:03:14.783" v="0" actId="26606"/>
          <ac:spMkLst>
            <pc:docMk/>
            <pc:sldMk cId="0" sldId="269"/>
            <ac:spMk id="6" creationId="{00000000-0000-0000-0000-000000000000}"/>
          </ac:spMkLst>
        </pc:spChg>
        <pc:spChg chg="del">
          <ac:chgData name="Alan Ferronnière" userId="ce53b17fa47f1d0f" providerId="LiveId" clId="{02A9AACA-53D5-4FF2-A82B-227EFFFEBA7F}" dt="2026-10-26T20:55:01.347" v="1081" actId="478"/>
          <ac:spMkLst>
            <pc:docMk/>
            <pc:sldMk cId="0" sldId="269"/>
            <ac:spMk id="7" creationId="{00000000-0000-0000-0000-000000000000}"/>
          </ac:spMkLst>
        </pc:spChg>
        <pc:spChg chg="mod">
          <ac:chgData name="Alan Ferronnière" userId="ce53b17fa47f1d0f" providerId="LiveId" clId="{02A9AACA-53D5-4FF2-A82B-227EFFFEBA7F}" dt="2026-10-26T20:56:00.886" v="1115" actId="5793"/>
          <ac:spMkLst>
            <pc:docMk/>
            <pc:sldMk cId="0" sldId="269"/>
            <ac:spMk id="8" creationId="{00000000-0000-0000-0000-000000000000}"/>
          </ac:spMkLst>
        </pc:spChg>
        <pc:spChg chg="del mod">
          <ac:chgData name="Alan Ferronnière" userId="ce53b17fa47f1d0f" providerId="LiveId" clId="{02A9AACA-53D5-4FF2-A82B-227EFFFEBA7F}" dt="2026-10-26T20:55:03.833" v="1082" actId="478"/>
          <ac:spMkLst>
            <pc:docMk/>
            <pc:sldMk cId="0" sldId="269"/>
            <ac:spMk id="10" creationId="{00000000-0000-0000-0000-000000000000}"/>
          </ac:spMkLst>
        </pc:spChg>
        <pc:spChg chg="mod">
          <ac:chgData name="Alan Ferronnière" userId="ce53b17fa47f1d0f" providerId="LiveId" clId="{02A9AACA-53D5-4FF2-A82B-227EFFFEBA7F}" dt="2026-10-26T20:56:34.958" v="1132" actId="5793"/>
          <ac:spMkLst>
            <pc:docMk/>
            <pc:sldMk cId="0" sldId="269"/>
            <ac:spMk id="11" creationId="{00000000-0000-0000-0000-000000000000}"/>
          </ac:spMkLst>
        </pc:spChg>
        <pc:spChg chg="add del mod">
          <ac:chgData name="Alan Ferronnière" userId="ce53b17fa47f1d0f" providerId="LiveId" clId="{02A9AACA-53D5-4FF2-A82B-227EFFFEBA7F}" dt="2026-10-26T20:55:08.120" v="1084" actId="478"/>
          <ac:spMkLst>
            <pc:docMk/>
            <pc:sldMk cId="0" sldId="269"/>
            <ac:spMk id="12" creationId="{00000000-0000-0000-0000-000000000000}"/>
          </ac:spMkLst>
        </pc:spChg>
        <pc:spChg chg="del">
          <ac:chgData name="Alan Ferronnière" userId="ce53b17fa47f1d0f" providerId="LiveId" clId="{02A9AACA-53D5-4FF2-A82B-227EFFFEBA7F}" dt="2026-10-26T20:55:10.340" v="1085" actId="478"/>
          <ac:spMkLst>
            <pc:docMk/>
            <pc:sldMk cId="0" sldId="269"/>
            <ac:spMk id="13" creationId="{00000000-0000-0000-0000-000000000000}"/>
          </ac:spMkLst>
        </pc:spChg>
        <pc:spChg chg="mod">
          <ac:chgData name="Alan Ferronnière" userId="ce53b17fa47f1d0f" providerId="LiveId" clId="{02A9AACA-53D5-4FF2-A82B-227EFFFEBA7F}" dt="2026-10-26T20:56:58.986" v="1141" actId="5793"/>
          <ac:spMkLst>
            <pc:docMk/>
            <pc:sldMk cId="0" sldId="269"/>
            <ac:spMk id="14" creationId="{00000000-0000-0000-0000-000000000000}"/>
          </ac:spMkLst>
        </pc:spChg>
        <pc:spChg chg="del">
          <ac:chgData name="Alan Ferronnière" userId="ce53b17fa47f1d0f" providerId="LiveId" clId="{02A9AACA-53D5-4FF2-A82B-227EFFFEBA7F}" dt="2026-10-26T20:55:13.095" v="1086" actId="478"/>
          <ac:spMkLst>
            <pc:docMk/>
            <pc:sldMk cId="0" sldId="269"/>
            <ac:spMk id="16" creationId="{00000000-0000-0000-0000-000000000000}"/>
          </ac:spMkLst>
        </pc:spChg>
        <pc:spChg chg="mod">
          <ac:chgData name="Alan Ferronnière" userId="ce53b17fa47f1d0f" providerId="LiveId" clId="{02A9AACA-53D5-4FF2-A82B-227EFFFEBA7F}" dt="2026-10-26T20:57:20.379" v="1151" actId="20577"/>
          <ac:spMkLst>
            <pc:docMk/>
            <pc:sldMk cId="0" sldId="269"/>
            <ac:spMk id="17" creationId="{00000000-0000-0000-0000-000000000000}"/>
          </ac:spMkLst>
        </pc:spChg>
        <pc:picChg chg="add mod">
          <ac:chgData name="Alan Ferronnière" userId="ce53b17fa47f1d0f" providerId="LiveId" clId="{02A9AACA-53D5-4FF2-A82B-227EFFFEBA7F}" dt="2026-10-26T20:57:45.955" v="1153" actId="1076"/>
          <ac:picMkLst>
            <pc:docMk/>
            <pc:sldMk cId="0" sldId="269"/>
            <ac:picMk id="18" creationId="{F85BC67D-50F9-3B67-43FF-DAC1038C3544}"/>
          </ac:picMkLst>
        </pc:picChg>
      </pc:sldChg>
      <pc:sldChg chg="addSp delSp modSp mod">
        <pc:chgData name="Alan Ferronnière" userId="ce53b17fa47f1d0f" providerId="LiveId" clId="{02A9AACA-53D5-4FF2-A82B-227EFFFEBA7F}" dt="2026-10-26T21:06:02.464" v="1186" actId="478"/>
        <pc:sldMkLst>
          <pc:docMk/>
          <pc:sldMk cId="0" sldId="270"/>
        </pc:sldMkLst>
        <pc:spChg chg="mod">
          <ac:chgData name="Alan Ferronnière" userId="ce53b17fa47f1d0f" providerId="LiveId" clId="{02A9AACA-53D5-4FF2-A82B-227EFFFEBA7F}" dt="2026-10-26T19:03:14.783" v="0" actId="26606"/>
          <ac:spMkLst>
            <pc:docMk/>
            <pc:sldMk cId="0" sldId="270"/>
            <ac:spMk id="3" creationId="{00000000-0000-0000-0000-000000000000}"/>
          </ac:spMkLst>
        </pc:spChg>
        <pc:spChg chg="mod">
          <ac:chgData name="Alan Ferronnière" userId="ce53b17fa47f1d0f" providerId="LiveId" clId="{02A9AACA-53D5-4FF2-A82B-227EFFFEBA7F}" dt="2026-10-26T19:03:14.783" v="0" actId="26606"/>
          <ac:spMkLst>
            <pc:docMk/>
            <pc:sldMk cId="0" sldId="270"/>
            <ac:spMk id="4" creationId="{00000000-0000-0000-0000-000000000000}"/>
          </ac:spMkLst>
        </pc:spChg>
        <pc:spChg chg="mod">
          <ac:chgData name="Alan Ferronnière" userId="ce53b17fa47f1d0f" providerId="LiveId" clId="{02A9AACA-53D5-4FF2-A82B-227EFFFEBA7F}" dt="2026-10-26T19:03:14.783" v="0" actId="26606"/>
          <ac:spMkLst>
            <pc:docMk/>
            <pc:sldMk cId="0" sldId="270"/>
            <ac:spMk id="6" creationId="{00000000-0000-0000-0000-000000000000}"/>
          </ac:spMkLst>
        </pc:spChg>
        <pc:spChg chg="mod">
          <ac:chgData name="Alan Ferronnière" userId="ce53b17fa47f1d0f" providerId="LiveId" clId="{02A9AACA-53D5-4FF2-A82B-227EFFFEBA7F}" dt="2026-10-26T19:03:14.783" v="0" actId="26606"/>
          <ac:spMkLst>
            <pc:docMk/>
            <pc:sldMk cId="0" sldId="270"/>
            <ac:spMk id="7" creationId="{00000000-0000-0000-0000-000000000000}"/>
          </ac:spMkLst>
        </pc:spChg>
        <pc:spChg chg="del">
          <ac:chgData name="Alan Ferronnière" userId="ce53b17fa47f1d0f" providerId="LiveId" clId="{02A9AACA-53D5-4FF2-A82B-227EFFFEBA7F}" dt="2026-10-26T21:06:00.007" v="1184" actId="478"/>
          <ac:spMkLst>
            <pc:docMk/>
            <pc:sldMk cId="0" sldId="270"/>
            <ac:spMk id="8" creationId="{00000000-0000-0000-0000-000000000000}"/>
          </ac:spMkLst>
        </pc:spChg>
        <pc:spChg chg="mod">
          <ac:chgData name="Alan Ferronnière" userId="ce53b17fa47f1d0f" providerId="LiveId" clId="{02A9AACA-53D5-4FF2-A82B-227EFFFEBA7F}" dt="2026-10-26T19:03:14.783" v="0" actId="26606"/>
          <ac:spMkLst>
            <pc:docMk/>
            <pc:sldMk cId="0" sldId="270"/>
            <ac:spMk id="9" creationId="{00000000-0000-0000-0000-000000000000}"/>
          </ac:spMkLst>
        </pc:spChg>
        <pc:spChg chg="mod">
          <ac:chgData name="Alan Ferronnière" userId="ce53b17fa47f1d0f" providerId="LiveId" clId="{02A9AACA-53D5-4FF2-A82B-227EFFFEBA7F}" dt="2026-10-26T19:03:14.783" v="0" actId="26606"/>
          <ac:spMkLst>
            <pc:docMk/>
            <pc:sldMk cId="0" sldId="270"/>
            <ac:spMk id="10" creationId="{00000000-0000-0000-0000-000000000000}"/>
          </ac:spMkLst>
        </pc:spChg>
        <pc:spChg chg="del mod">
          <ac:chgData name="Alan Ferronnière" userId="ce53b17fa47f1d0f" providerId="LiveId" clId="{02A9AACA-53D5-4FF2-A82B-227EFFFEBA7F}" dt="2026-10-26T21:06:01.267" v="1185" actId="478"/>
          <ac:spMkLst>
            <pc:docMk/>
            <pc:sldMk cId="0" sldId="270"/>
            <ac:spMk id="11" creationId="{00000000-0000-0000-0000-000000000000}"/>
          </ac:spMkLst>
        </pc:spChg>
        <pc:spChg chg="mod">
          <ac:chgData name="Alan Ferronnière" userId="ce53b17fa47f1d0f" providerId="LiveId" clId="{02A9AACA-53D5-4FF2-A82B-227EFFFEBA7F}" dt="2026-10-26T19:03:14.783" v="0" actId="26606"/>
          <ac:spMkLst>
            <pc:docMk/>
            <pc:sldMk cId="0" sldId="270"/>
            <ac:spMk id="12" creationId="{00000000-0000-0000-0000-000000000000}"/>
          </ac:spMkLst>
        </pc:spChg>
        <pc:spChg chg="del mod">
          <ac:chgData name="Alan Ferronnière" userId="ce53b17fa47f1d0f" providerId="LiveId" clId="{02A9AACA-53D5-4FF2-A82B-227EFFFEBA7F}" dt="2026-10-26T21:06:02.464" v="1186" actId="478"/>
          <ac:spMkLst>
            <pc:docMk/>
            <pc:sldMk cId="0" sldId="270"/>
            <ac:spMk id="14" creationId="{00000000-0000-0000-0000-000000000000}"/>
          </ac:spMkLst>
        </pc:spChg>
        <pc:spChg chg="mod">
          <ac:chgData name="Alan Ferronnière" userId="ce53b17fa47f1d0f" providerId="LiveId" clId="{02A9AACA-53D5-4FF2-A82B-227EFFFEBA7F}" dt="2026-10-26T21:05:53.416" v="1183" actId="12"/>
          <ac:spMkLst>
            <pc:docMk/>
            <pc:sldMk cId="0" sldId="270"/>
            <ac:spMk id="15" creationId="{00000000-0000-0000-0000-000000000000}"/>
          </ac:spMkLst>
        </pc:spChg>
        <pc:picChg chg="add mod">
          <ac:chgData name="Alan Ferronnière" userId="ce53b17fa47f1d0f" providerId="LiveId" clId="{02A9AACA-53D5-4FF2-A82B-227EFFFEBA7F}" dt="2026-10-26T20:58:52.538" v="1157" actId="1076"/>
          <ac:picMkLst>
            <pc:docMk/>
            <pc:sldMk cId="0" sldId="270"/>
            <ac:picMk id="16" creationId="{D9B9E79E-220D-205E-155F-01196C882F79}"/>
          </ac:picMkLst>
        </pc:picChg>
        <pc:picChg chg="add mod">
          <ac:chgData name="Alan Ferronnière" userId="ce53b17fa47f1d0f" providerId="LiveId" clId="{02A9AACA-53D5-4FF2-A82B-227EFFFEBA7F}" dt="2026-10-26T21:02:14.695" v="1161" actId="1076"/>
          <ac:picMkLst>
            <pc:docMk/>
            <pc:sldMk cId="0" sldId="270"/>
            <ac:picMk id="17" creationId="{F0B5B0CB-E959-5BF2-C721-D2626A8CD2B4}"/>
          </ac:picMkLst>
        </pc:picChg>
        <pc:picChg chg="add mod">
          <ac:chgData name="Alan Ferronnière" userId="ce53b17fa47f1d0f" providerId="LiveId" clId="{02A9AACA-53D5-4FF2-A82B-227EFFFEBA7F}" dt="2026-10-26T21:05:33.092" v="1166" actId="1076"/>
          <ac:picMkLst>
            <pc:docMk/>
            <pc:sldMk cId="0" sldId="270"/>
            <ac:picMk id="18" creationId="{2612367B-32E7-5B53-124A-4C590B0197B1}"/>
          </ac:picMkLst>
        </pc:picChg>
      </pc:sldChg>
      <pc:sldChg chg="addSp delSp modSp mod">
        <pc:chgData name="Alan Ferronnière" userId="ce53b17fa47f1d0f" providerId="LiveId" clId="{02A9AACA-53D5-4FF2-A82B-227EFFFEBA7F}" dt="2026-10-26T21:08:27.296" v="1207" actId="1076"/>
        <pc:sldMkLst>
          <pc:docMk/>
          <pc:sldMk cId="0" sldId="271"/>
        </pc:sldMkLst>
        <pc:spChg chg="mod">
          <ac:chgData name="Alan Ferronnière" userId="ce53b17fa47f1d0f" providerId="LiveId" clId="{02A9AACA-53D5-4FF2-A82B-227EFFFEBA7F}" dt="2026-10-26T19:03:14.783" v="0" actId="26606"/>
          <ac:spMkLst>
            <pc:docMk/>
            <pc:sldMk cId="0" sldId="271"/>
            <ac:spMk id="2" creationId="{00000000-0000-0000-0000-000000000000}"/>
          </ac:spMkLst>
        </pc:spChg>
        <pc:spChg chg="mod">
          <ac:chgData name="Alan Ferronnière" userId="ce53b17fa47f1d0f" providerId="LiveId" clId="{02A9AACA-53D5-4FF2-A82B-227EFFFEBA7F}" dt="2026-10-26T19:03:14.783" v="0" actId="26606"/>
          <ac:spMkLst>
            <pc:docMk/>
            <pc:sldMk cId="0" sldId="271"/>
            <ac:spMk id="3" creationId="{00000000-0000-0000-0000-000000000000}"/>
          </ac:spMkLst>
        </pc:spChg>
        <pc:spChg chg="mod">
          <ac:chgData name="Alan Ferronnière" userId="ce53b17fa47f1d0f" providerId="LiveId" clId="{02A9AACA-53D5-4FF2-A82B-227EFFFEBA7F}" dt="2026-10-26T19:03:14.783" v="0" actId="26606"/>
          <ac:spMkLst>
            <pc:docMk/>
            <pc:sldMk cId="0" sldId="271"/>
            <ac:spMk id="4" creationId="{00000000-0000-0000-0000-000000000000}"/>
          </ac:spMkLst>
        </pc:spChg>
        <pc:spChg chg="mod">
          <ac:chgData name="Alan Ferronnière" userId="ce53b17fa47f1d0f" providerId="LiveId" clId="{02A9AACA-53D5-4FF2-A82B-227EFFFEBA7F}" dt="2026-10-26T19:03:14.783" v="0" actId="26606"/>
          <ac:spMkLst>
            <pc:docMk/>
            <pc:sldMk cId="0" sldId="271"/>
            <ac:spMk id="5" creationId="{00000000-0000-0000-0000-000000000000}"/>
          </ac:spMkLst>
        </pc:spChg>
        <pc:spChg chg="mod">
          <ac:chgData name="Alan Ferronnière" userId="ce53b17fa47f1d0f" providerId="LiveId" clId="{02A9AACA-53D5-4FF2-A82B-227EFFFEBA7F}" dt="2026-10-26T19:03:14.783" v="0" actId="26606"/>
          <ac:spMkLst>
            <pc:docMk/>
            <pc:sldMk cId="0" sldId="271"/>
            <ac:spMk id="6" creationId="{00000000-0000-0000-0000-000000000000}"/>
          </ac:spMkLst>
        </pc:spChg>
        <pc:spChg chg="del mod">
          <ac:chgData name="Alan Ferronnière" userId="ce53b17fa47f1d0f" providerId="LiveId" clId="{02A9AACA-53D5-4FF2-A82B-227EFFFEBA7F}" dt="2026-10-26T21:06:09.544" v="1187" actId="478"/>
          <ac:spMkLst>
            <pc:docMk/>
            <pc:sldMk cId="0" sldId="271"/>
            <ac:spMk id="7" creationId="{00000000-0000-0000-0000-000000000000}"/>
          </ac:spMkLst>
        </pc:spChg>
        <pc:spChg chg="mod">
          <ac:chgData name="Alan Ferronnière" userId="ce53b17fa47f1d0f" providerId="LiveId" clId="{02A9AACA-53D5-4FF2-A82B-227EFFFEBA7F}" dt="2026-10-26T21:07:24.134" v="1204" actId="12"/>
          <ac:spMkLst>
            <pc:docMk/>
            <pc:sldMk cId="0" sldId="271"/>
            <ac:spMk id="8" creationId="{00000000-0000-0000-0000-000000000000}"/>
          </ac:spMkLst>
        </pc:spChg>
        <pc:spChg chg="mod">
          <ac:chgData name="Alan Ferronnière" userId="ce53b17fa47f1d0f" providerId="LiveId" clId="{02A9AACA-53D5-4FF2-A82B-227EFFFEBA7F}" dt="2026-10-26T19:03:14.783" v="0" actId="26606"/>
          <ac:spMkLst>
            <pc:docMk/>
            <pc:sldMk cId="0" sldId="271"/>
            <ac:spMk id="9" creationId="{00000000-0000-0000-0000-000000000000}"/>
          </ac:spMkLst>
        </pc:spChg>
        <pc:spChg chg="del mod">
          <ac:chgData name="Alan Ferronnière" userId="ce53b17fa47f1d0f" providerId="LiveId" clId="{02A9AACA-53D5-4FF2-A82B-227EFFFEBA7F}" dt="2026-10-26T21:06:12.275" v="1188" actId="478"/>
          <ac:spMkLst>
            <pc:docMk/>
            <pc:sldMk cId="0" sldId="271"/>
            <ac:spMk id="10" creationId="{00000000-0000-0000-0000-000000000000}"/>
          </ac:spMkLst>
        </pc:spChg>
        <pc:spChg chg="mod">
          <ac:chgData name="Alan Ferronnière" userId="ce53b17fa47f1d0f" providerId="LiveId" clId="{02A9AACA-53D5-4FF2-A82B-227EFFFEBA7F}" dt="2026-10-26T21:07:19.909" v="1203" actId="12"/>
          <ac:spMkLst>
            <pc:docMk/>
            <pc:sldMk cId="0" sldId="271"/>
            <ac:spMk id="11" creationId="{00000000-0000-0000-0000-000000000000}"/>
          </ac:spMkLst>
        </pc:spChg>
        <pc:picChg chg="add mod">
          <ac:chgData name="Alan Ferronnière" userId="ce53b17fa47f1d0f" providerId="LiveId" clId="{02A9AACA-53D5-4FF2-A82B-227EFFFEBA7F}" dt="2026-10-26T21:08:27.296" v="1207" actId="1076"/>
          <ac:picMkLst>
            <pc:docMk/>
            <pc:sldMk cId="0" sldId="271"/>
            <ac:picMk id="12" creationId="{94DC8119-C480-4E1B-1BE5-F175B01C3717}"/>
          </ac:picMkLst>
        </pc:picChg>
      </pc:sldChg>
      <pc:sldChg chg="addSp delSp modSp mod">
        <pc:chgData name="Alan Ferronnière" userId="ce53b17fa47f1d0f" providerId="LiveId" clId="{02A9AACA-53D5-4FF2-A82B-227EFFFEBA7F}" dt="2026-10-26T21:13:44.063" v="1258" actId="1076"/>
        <pc:sldMkLst>
          <pc:docMk/>
          <pc:sldMk cId="0" sldId="272"/>
        </pc:sldMkLst>
        <pc:spChg chg="mod">
          <ac:chgData name="Alan Ferronnière" userId="ce53b17fa47f1d0f" providerId="LiveId" clId="{02A9AACA-53D5-4FF2-A82B-227EFFFEBA7F}" dt="2026-10-26T19:03:14.783" v="0" actId="26606"/>
          <ac:spMkLst>
            <pc:docMk/>
            <pc:sldMk cId="0" sldId="272"/>
            <ac:spMk id="2" creationId="{00000000-0000-0000-0000-000000000000}"/>
          </ac:spMkLst>
        </pc:spChg>
        <pc:spChg chg="mod">
          <ac:chgData name="Alan Ferronnière" userId="ce53b17fa47f1d0f" providerId="LiveId" clId="{02A9AACA-53D5-4FF2-A82B-227EFFFEBA7F}" dt="2026-10-26T19:03:14.783" v="0" actId="26606"/>
          <ac:spMkLst>
            <pc:docMk/>
            <pc:sldMk cId="0" sldId="272"/>
            <ac:spMk id="3" creationId="{00000000-0000-0000-0000-000000000000}"/>
          </ac:spMkLst>
        </pc:spChg>
        <pc:spChg chg="mod">
          <ac:chgData name="Alan Ferronnière" userId="ce53b17fa47f1d0f" providerId="LiveId" clId="{02A9AACA-53D5-4FF2-A82B-227EFFFEBA7F}" dt="2026-10-26T19:03:14.783" v="0" actId="26606"/>
          <ac:spMkLst>
            <pc:docMk/>
            <pc:sldMk cId="0" sldId="272"/>
            <ac:spMk id="4" creationId="{00000000-0000-0000-0000-000000000000}"/>
          </ac:spMkLst>
        </pc:spChg>
        <pc:spChg chg="mod">
          <ac:chgData name="Alan Ferronnière" userId="ce53b17fa47f1d0f" providerId="LiveId" clId="{02A9AACA-53D5-4FF2-A82B-227EFFFEBA7F}" dt="2026-10-26T19:03:14.783" v="0" actId="26606"/>
          <ac:spMkLst>
            <pc:docMk/>
            <pc:sldMk cId="0" sldId="272"/>
            <ac:spMk id="5" creationId="{00000000-0000-0000-0000-000000000000}"/>
          </ac:spMkLst>
        </pc:spChg>
        <pc:spChg chg="mod">
          <ac:chgData name="Alan Ferronnière" userId="ce53b17fa47f1d0f" providerId="LiveId" clId="{02A9AACA-53D5-4FF2-A82B-227EFFFEBA7F}" dt="2026-10-26T19:03:14.783" v="0" actId="26606"/>
          <ac:spMkLst>
            <pc:docMk/>
            <pc:sldMk cId="0" sldId="272"/>
            <ac:spMk id="6" creationId="{00000000-0000-0000-0000-000000000000}"/>
          </ac:spMkLst>
        </pc:spChg>
        <pc:spChg chg="del mod">
          <ac:chgData name="Alan Ferronnière" userId="ce53b17fa47f1d0f" providerId="LiveId" clId="{02A9AACA-53D5-4FF2-A82B-227EFFFEBA7F}" dt="2026-10-26T21:08:42.805" v="1208" actId="478"/>
          <ac:spMkLst>
            <pc:docMk/>
            <pc:sldMk cId="0" sldId="272"/>
            <ac:spMk id="7" creationId="{00000000-0000-0000-0000-000000000000}"/>
          </ac:spMkLst>
        </pc:spChg>
        <pc:spChg chg="mod">
          <ac:chgData name="Alan Ferronnière" userId="ce53b17fa47f1d0f" providerId="LiveId" clId="{02A9AACA-53D5-4FF2-A82B-227EFFFEBA7F}" dt="2026-10-26T21:09:04.167" v="1219" actId="6549"/>
          <ac:spMkLst>
            <pc:docMk/>
            <pc:sldMk cId="0" sldId="272"/>
            <ac:spMk id="8" creationId="{00000000-0000-0000-0000-000000000000}"/>
          </ac:spMkLst>
        </pc:spChg>
        <pc:spChg chg="mod">
          <ac:chgData name="Alan Ferronnière" userId="ce53b17fa47f1d0f" providerId="LiveId" clId="{02A9AACA-53D5-4FF2-A82B-227EFFFEBA7F}" dt="2026-10-26T19:03:14.783" v="0" actId="26606"/>
          <ac:spMkLst>
            <pc:docMk/>
            <pc:sldMk cId="0" sldId="272"/>
            <ac:spMk id="9" creationId="{00000000-0000-0000-0000-000000000000}"/>
          </ac:spMkLst>
        </pc:spChg>
        <pc:spChg chg="del mod">
          <ac:chgData name="Alan Ferronnière" userId="ce53b17fa47f1d0f" providerId="LiveId" clId="{02A9AACA-53D5-4FF2-A82B-227EFFFEBA7F}" dt="2026-10-26T21:08:45.211" v="1209" actId="478"/>
          <ac:spMkLst>
            <pc:docMk/>
            <pc:sldMk cId="0" sldId="272"/>
            <ac:spMk id="10" creationId="{00000000-0000-0000-0000-000000000000}"/>
          </ac:spMkLst>
        </pc:spChg>
        <pc:spChg chg="mod">
          <ac:chgData name="Alan Ferronnière" userId="ce53b17fa47f1d0f" providerId="LiveId" clId="{02A9AACA-53D5-4FF2-A82B-227EFFFEBA7F}" dt="2026-10-26T21:11:56.374" v="1255" actId="15"/>
          <ac:spMkLst>
            <pc:docMk/>
            <pc:sldMk cId="0" sldId="272"/>
            <ac:spMk id="11" creationId="{00000000-0000-0000-0000-000000000000}"/>
          </ac:spMkLst>
        </pc:spChg>
        <pc:picChg chg="add">
          <ac:chgData name="Alan Ferronnière" userId="ce53b17fa47f1d0f" providerId="LiveId" clId="{02A9AACA-53D5-4FF2-A82B-227EFFFEBA7F}" dt="2026-10-26T21:09:23.155" v="1220"/>
          <ac:picMkLst>
            <pc:docMk/>
            <pc:sldMk cId="0" sldId="272"/>
            <ac:picMk id="12" creationId="{1146A94B-66AB-0D14-DDFF-177247DF6347}"/>
          </ac:picMkLst>
        </pc:picChg>
        <pc:picChg chg="add mod">
          <ac:chgData name="Alan Ferronnière" userId="ce53b17fa47f1d0f" providerId="LiveId" clId="{02A9AACA-53D5-4FF2-A82B-227EFFFEBA7F}" dt="2026-10-26T21:09:39.239" v="1224" actId="1076"/>
          <ac:picMkLst>
            <pc:docMk/>
            <pc:sldMk cId="0" sldId="272"/>
            <ac:picMk id="13" creationId="{B1A732D8-2E0D-755E-0C9F-5A723F444531}"/>
          </ac:picMkLst>
        </pc:picChg>
        <pc:picChg chg="add mod">
          <ac:chgData name="Alan Ferronnière" userId="ce53b17fa47f1d0f" providerId="LiveId" clId="{02A9AACA-53D5-4FF2-A82B-227EFFFEBA7F}" dt="2026-10-26T21:13:44.063" v="1258" actId="1076"/>
          <ac:picMkLst>
            <pc:docMk/>
            <pc:sldMk cId="0" sldId="272"/>
            <ac:picMk id="14" creationId="{9F8ADF16-AA28-3BFA-6347-9D446F1432ED}"/>
          </ac:picMkLst>
        </pc:picChg>
      </pc:sldChg>
      <pc:sldChg chg="delSp modSp mod">
        <pc:chgData name="Alan Ferronnière" userId="ce53b17fa47f1d0f" providerId="LiveId" clId="{02A9AACA-53D5-4FF2-A82B-227EFFFEBA7F}" dt="2026-10-26T21:15:24.960" v="1333" actId="6549"/>
        <pc:sldMkLst>
          <pc:docMk/>
          <pc:sldMk cId="0" sldId="273"/>
        </pc:sldMkLst>
        <pc:spChg chg="mod">
          <ac:chgData name="Alan Ferronnière" userId="ce53b17fa47f1d0f" providerId="LiveId" clId="{02A9AACA-53D5-4FF2-A82B-227EFFFEBA7F}" dt="2026-10-26T19:03:14.783" v="0" actId="26606"/>
          <ac:spMkLst>
            <pc:docMk/>
            <pc:sldMk cId="0" sldId="273"/>
            <ac:spMk id="2" creationId="{00000000-0000-0000-0000-000000000000}"/>
          </ac:spMkLst>
        </pc:spChg>
        <pc:spChg chg="mod">
          <ac:chgData name="Alan Ferronnière" userId="ce53b17fa47f1d0f" providerId="LiveId" clId="{02A9AACA-53D5-4FF2-A82B-227EFFFEBA7F}" dt="2026-10-26T21:14:12.930" v="1296" actId="20577"/>
          <ac:spMkLst>
            <pc:docMk/>
            <pc:sldMk cId="0" sldId="273"/>
            <ac:spMk id="4" creationId="{00000000-0000-0000-0000-000000000000}"/>
          </ac:spMkLst>
        </pc:spChg>
        <pc:spChg chg="mod">
          <ac:chgData name="Alan Ferronnière" userId="ce53b17fa47f1d0f" providerId="LiveId" clId="{02A9AACA-53D5-4FF2-A82B-227EFFFEBA7F}" dt="2026-10-26T19:03:14.783" v="0" actId="26606"/>
          <ac:spMkLst>
            <pc:docMk/>
            <pc:sldMk cId="0" sldId="273"/>
            <ac:spMk id="6" creationId="{00000000-0000-0000-0000-000000000000}"/>
          </ac:spMkLst>
        </pc:spChg>
        <pc:spChg chg="del mod">
          <ac:chgData name="Alan Ferronnière" userId="ce53b17fa47f1d0f" providerId="LiveId" clId="{02A9AACA-53D5-4FF2-A82B-227EFFFEBA7F}" dt="2026-10-26T21:13:53.965" v="1259" actId="478"/>
          <ac:spMkLst>
            <pc:docMk/>
            <pc:sldMk cId="0" sldId="273"/>
            <ac:spMk id="7" creationId="{00000000-0000-0000-0000-000000000000}"/>
          </ac:spMkLst>
        </pc:spChg>
        <pc:spChg chg="mod">
          <ac:chgData name="Alan Ferronnière" userId="ce53b17fa47f1d0f" providerId="LiveId" clId="{02A9AACA-53D5-4FF2-A82B-227EFFFEBA7F}" dt="2026-10-26T21:14:46.318" v="1319" actId="12"/>
          <ac:spMkLst>
            <pc:docMk/>
            <pc:sldMk cId="0" sldId="273"/>
            <ac:spMk id="8" creationId="{00000000-0000-0000-0000-000000000000}"/>
          </ac:spMkLst>
        </pc:spChg>
        <pc:spChg chg="mod">
          <ac:chgData name="Alan Ferronnière" userId="ce53b17fa47f1d0f" providerId="LiveId" clId="{02A9AACA-53D5-4FF2-A82B-227EFFFEBA7F}" dt="2026-10-26T19:03:14.783" v="0" actId="26606"/>
          <ac:spMkLst>
            <pc:docMk/>
            <pc:sldMk cId="0" sldId="273"/>
            <ac:spMk id="9" creationId="{00000000-0000-0000-0000-000000000000}"/>
          </ac:spMkLst>
        </pc:spChg>
        <pc:spChg chg="del mod">
          <ac:chgData name="Alan Ferronnière" userId="ce53b17fa47f1d0f" providerId="LiveId" clId="{02A9AACA-53D5-4FF2-A82B-227EFFFEBA7F}" dt="2026-10-26T21:13:55.881" v="1260" actId="478"/>
          <ac:spMkLst>
            <pc:docMk/>
            <pc:sldMk cId="0" sldId="273"/>
            <ac:spMk id="10" creationId="{00000000-0000-0000-0000-000000000000}"/>
          </ac:spMkLst>
        </pc:spChg>
        <pc:spChg chg="mod">
          <ac:chgData name="Alan Ferronnière" userId="ce53b17fa47f1d0f" providerId="LiveId" clId="{02A9AACA-53D5-4FF2-A82B-227EFFFEBA7F}" dt="2026-10-26T21:14:58.574" v="1324" actId="6549"/>
          <ac:spMkLst>
            <pc:docMk/>
            <pc:sldMk cId="0" sldId="273"/>
            <ac:spMk id="11" creationId="{00000000-0000-0000-0000-000000000000}"/>
          </ac:spMkLst>
        </pc:spChg>
        <pc:spChg chg="mod">
          <ac:chgData name="Alan Ferronnière" userId="ce53b17fa47f1d0f" providerId="LiveId" clId="{02A9AACA-53D5-4FF2-A82B-227EFFFEBA7F}" dt="2026-10-26T19:03:14.783" v="0" actId="26606"/>
          <ac:spMkLst>
            <pc:docMk/>
            <pc:sldMk cId="0" sldId="273"/>
            <ac:spMk id="12" creationId="{00000000-0000-0000-0000-000000000000}"/>
          </ac:spMkLst>
        </pc:spChg>
        <pc:spChg chg="del">
          <ac:chgData name="Alan Ferronnière" userId="ce53b17fa47f1d0f" providerId="LiveId" clId="{02A9AACA-53D5-4FF2-A82B-227EFFFEBA7F}" dt="2026-10-26T21:13:58.144" v="1261" actId="478"/>
          <ac:spMkLst>
            <pc:docMk/>
            <pc:sldMk cId="0" sldId="273"/>
            <ac:spMk id="13" creationId="{00000000-0000-0000-0000-000000000000}"/>
          </ac:spMkLst>
        </pc:spChg>
        <pc:spChg chg="mod">
          <ac:chgData name="Alan Ferronnière" userId="ce53b17fa47f1d0f" providerId="LiveId" clId="{02A9AACA-53D5-4FF2-A82B-227EFFFEBA7F}" dt="2026-10-26T21:15:24.960" v="1333" actId="6549"/>
          <ac:spMkLst>
            <pc:docMk/>
            <pc:sldMk cId="0" sldId="273"/>
            <ac:spMk id="14" creationId="{00000000-0000-0000-0000-000000000000}"/>
          </ac:spMkLst>
        </pc:spChg>
      </pc:sldChg>
      <pc:sldChg chg="delSp modSp mod">
        <pc:chgData name="Alan Ferronnière" userId="ce53b17fa47f1d0f" providerId="LiveId" clId="{02A9AACA-53D5-4FF2-A82B-227EFFFEBA7F}" dt="2026-10-26T21:17:28.936" v="1336" actId="478"/>
        <pc:sldMkLst>
          <pc:docMk/>
          <pc:sldMk cId="0" sldId="274"/>
        </pc:sldMkLst>
        <pc:spChg chg="mod">
          <ac:chgData name="Alan Ferronnière" userId="ce53b17fa47f1d0f" providerId="LiveId" clId="{02A9AACA-53D5-4FF2-A82B-227EFFFEBA7F}" dt="2026-10-26T19:03:14.783" v="0" actId="26606"/>
          <ac:spMkLst>
            <pc:docMk/>
            <pc:sldMk cId="0" sldId="274"/>
            <ac:spMk id="2" creationId="{00000000-0000-0000-0000-000000000000}"/>
          </ac:spMkLst>
        </pc:spChg>
        <pc:spChg chg="mod">
          <ac:chgData name="Alan Ferronnière" userId="ce53b17fa47f1d0f" providerId="LiveId" clId="{02A9AACA-53D5-4FF2-A82B-227EFFFEBA7F}" dt="2026-10-26T19:03:14.783" v="0" actId="26606"/>
          <ac:spMkLst>
            <pc:docMk/>
            <pc:sldMk cId="0" sldId="274"/>
            <ac:spMk id="3" creationId="{00000000-0000-0000-0000-000000000000}"/>
          </ac:spMkLst>
        </pc:spChg>
        <pc:spChg chg="mod">
          <ac:chgData name="Alan Ferronnière" userId="ce53b17fa47f1d0f" providerId="LiveId" clId="{02A9AACA-53D5-4FF2-A82B-227EFFFEBA7F}" dt="2026-10-26T19:03:14.783" v="0" actId="26606"/>
          <ac:spMkLst>
            <pc:docMk/>
            <pc:sldMk cId="0" sldId="274"/>
            <ac:spMk id="6" creationId="{00000000-0000-0000-0000-000000000000}"/>
          </ac:spMkLst>
        </pc:spChg>
        <pc:spChg chg="del mod">
          <ac:chgData name="Alan Ferronnière" userId="ce53b17fa47f1d0f" providerId="LiveId" clId="{02A9AACA-53D5-4FF2-A82B-227EFFFEBA7F}" dt="2026-10-26T21:17:23.283" v="1334" actId="478"/>
          <ac:spMkLst>
            <pc:docMk/>
            <pc:sldMk cId="0" sldId="274"/>
            <ac:spMk id="7" creationId="{00000000-0000-0000-0000-000000000000}"/>
          </ac:spMkLst>
        </pc:spChg>
        <pc:spChg chg="mod">
          <ac:chgData name="Alan Ferronnière" userId="ce53b17fa47f1d0f" providerId="LiveId" clId="{02A9AACA-53D5-4FF2-A82B-227EFFFEBA7F}" dt="2026-10-26T19:03:14.783" v="0" actId="26606"/>
          <ac:spMkLst>
            <pc:docMk/>
            <pc:sldMk cId="0" sldId="274"/>
            <ac:spMk id="8" creationId="{00000000-0000-0000-0000-000000000000}"/>
          </ac:spMkLst>
        </pc:spChg>
        <pc:spChg chg="del mod">
          <ac:chgData name="Alan Ferronnière" userId="ce53b17fa47f1d0f" providerId="LiveId" clId="{02A9AACA-53D5-4FF2-A82B-227EFFFEBA7F}" dt="2026-10-26T21:17:26.075" v="1335" actId="478"/>
          <ac:spMkLst>
            <pc:docMk/>
            <pc:sldMk cId="0" sldId="274"/>
            <ac:spMk id="10" creationId="{00000000-0000-0000-0000-000000000000}"/>
          </ac:spMkLst>
        </pc:spChg>
        <pc:spChg chg="mod">
          <ac:chgData name="Alan Ferronnière" userId="ce53b17fa47f1d0f" providerId="LiveId" clId="{02A9AACA-53D5-4FF2-A82B-227EFFFEBA7F}" dt="2026-10-26T19:03:14.783" v="0" actId="26606"/>
          <ac:spMkLst>
            <pc:docMk/>
            <pc:sldMk cId="0" sldId="274"/>
            <ac:spMk id="11" creationId="{00000000-0000-0000-0000-000000000000}"/>
          </ac:spMkLst>
        </pc:spChg>
        <pc:spChg chg="mod">
          <ac:chgData name="Alan Ferronnière" userId="ce53b17fa47f1d0f" providerId="LiveId" clId="{02A9AACA-53D5-4FF2-A82B-227EFFFEBA7F}" dt="2026-10-26T19:03:14.783" v="0" actId="26606"/>
          <ac:spMkLst>
            <pc:docMk/>
            <pc:sldMk cId="0" sldId="274"/>
            <ac:spMk id="12" creationId="{00000000-0000-0000-0000-000000000000}"/>
          </ac:spMkLst>
        </pc:spChg>
        <pc:spChg chg="del mod">
          <ac:chgData name="Alan Ferronnière" userId="ce53b17fa47f1d0f" providerId="LiveId" clId="{02A9AACA-53D5-4FF2-A82B-227EFFFEBA7F}" dt="2026-10-26T21:17:28.936" v="1336" actId="478"/>
          <ac:spMkLst>
            <pc:docMk/>
            <pc:sldMk cId="0" sldId="274"/>
            <ac:spMk id="13" creationId="{00000000-0000-0000-0000-000000000000}"/>
          </ac:spMkLst>
        </pc:spChg>
        <pc:spChg chg="mod">
          <ac:chgData name="Alan Ferronnière" userId="ce53b17fa47f1d0f" providerId="LiveId" clId="{02A9AACA-53D5-4FF2-A82B-227EFFFEBA7F}" dt="2026-10-26T19:03:14.783" v="0" actId="26606"/>
          <ac:spMkLst>
            <pc:docMk/>
            <pc:sldMk cId="0" sldId="274"/>
            <ac:spMk id="14" creationId="{00000000-0000-0000-0000-000000000000}"/>
          </ac:spMkLst>
        </pc:spChg>
      </pc:sldChg>
      <pc:sldChg chg="modSp mod">
        <pc:chgData name="Alan Ferronnière" userId="ce53b17fa47f1d0f" providerId="LiveId" clId="{02A9AACA-53D5-4FF2-A82B-227EFFFEBA7F}" dt="2026-10-26T21:17:46.363" v="1343" actId="313"/>
        <pc:sldMkLst>
          <pc:docMk/>
          <pc:sldMk cId="0" sldId="275"/>
        </pc:sldMkLst>
        <pc:spChg chg="mod">
          <ac:chgData name="Alan Ferronnière" userId="ce53b17fa47f1d0f" providerId="LiveId" clId="{02A9AACA-53D5-4FF2-A82B-227EFFFEBA7F}" dt="2026-10-26T21:17:46.363" v="1343" actId="313"/>
          <ac:spMkLst>
            <pc:docMk/>
            <pc:sldMk cId="0" sldId="275"/>
            <ac:spMk id="4" creationId="{00000000-0000-0000-0000-000000000000}"/>
          </ac:spMkLst>
        </pc:spChg>
        <pc:spChg chg="mod">
          <ac:chgData name="Alan Ferronnière" userId="ce53b17fa47f1d0f" providerId="LiveId" clId="{02A9AACA-53D5-4FF2-A82B-227EFFFEBA7F}" dt="2026-10-26T19:03:14.783" v="0" actId="26606"/>
          <ac:spMkLst>
            <pc:docMk/>
            <pc:sldMk cId="0" sldId="275"/>
            <ac:spMk id="5" creationId="{00000000-0000-0000-0000-000000000000}"/>
          </ac:spMkLst>
        </pc:spChg>
        <pc:spChg chg="mod">
          <ac:chgData name="Alan Ferronnière" userId="ce53b17fa47f1d0f" providerId="LiveId" clId="{02A9AACA-53D5-4FF2-A82B-227EFFFEBA7F}" dt="2026-10-26T19:03:14.783" v="0" actId="26606"/>
          <ac:spMkLst>
            <pc:docMk/>
            <pc:sldMk cId="0" sldId="275"/>
            <ac:spMk id="6" creationId="{00000000-0000-0000-0000-000000000000}"/>
          </ac:spMkLst>
        </pc:spChg>
        <pc:spChg chg="mod">
          <ac:chgData name="Alan Ferronnière" userId="ce53b17fa47f1d0f" providerId="LiveId" clId="{02A9AACA-53D5-4FF2-A82B-227EFFFEBA7F}" dt="2026-10-26T19:03:14.783" v="0" actId="26606"/>
          <ac:spMkLst>
            <pc:docMk/>
            <pc:sldMk cId="0" sldId="275"/>
            <ac:spMk id="7" creationId="{00000000-0000-0000-0000-000000000000}"/>
          </ac:spMkLst>
        </pc:spChg>
        <pc:spChg chg="mod">
          <ac:chgData name="Alan Ferronnière" userId="ce53b17fa47f1d0f" providerId="LiveId" clId="{02A9AACA-53D5-4FF2-A82B-227EFFFEBA7F}" dt="2026-10-26T19:03:14.783" v="0" actId="26606"/>
          <ac:spMkLst>
            <pc:docMk/>
            <pc:sldMk cId="0" sldId="275"/>
            <ac:spMk id="9" creationId="{00000000-0000-0000-0000-000000000000}"/>
          </ac:spMkLst>
        </pc:spChg>
        <pc:spChg chg="mod">
          <ac:chgData name="Alan Ferronnière" userId="ce53b17fa47f1d0f" providerId="LiveId" clId="{02A9AACA-53D5-4FF2-A82B-227EFFFEBA7F}" dt="2026-10-26T19:03:14.783" v="0" actId="26606"/>
          <ac:spMkLst>
            <pc:docMk/>
            <pc:sldMk cId="0" sldId="275"/>
            <ac:spMk id="10" creationId="{00000000-0000-0000-0000-000000000000}"/>
          </ac:spMkLst>
        </pc:spChg>
        <pc:spChg chg="mod">
          <ac:chgData name="Alan Ferronnière" userId="ce53b17fa47f1d0f" providerId="LiveId" clId="{02A9AACA-53D5-4FF2-A82B-227EFFFEBA7F}" dt="2026-10-26T19:03:14.783" v="0" actId="26606"/>
          <ac:spMkLst>
            <pc:docMk/>
            <pc:sldMk cId="0" sldId="275"/>
            <ac:spMk id="13" creationId="{00000000-0000-0000-0000-000000000000}"/>
          </ac:spMkLst>
        </pc:spChg>
        <pc:spChg chg="mod">
          <ac:chgData name="Alan Ferronnière" userId="ce53b17fa47f1d0f" providerId="LiveId" clId="{02A9AACA-53D5-4FF2-A82B-227EFFFEBA7F}" dt="2026-10-26T19:03:14.783" v="0" actId="26606"/>
          <ac:spMkLst>
            <pc:docMk/>
            <pc:sldMk cId="0" sldId="275"/>
            <ac:spMk id="16" creationId="{00000000-0000-0000-0000-000000000000}"/>
          </ac:spMkLst>
        </pc:spChg>
        <pc:spChg chg="mod">
          <ac:chgData name="Alan Ferronnière" userId="ce53b17fa47f1d0f" providerId="LiveId" clId="{02A9AACA-53D5-4FF2-A82B-227EFFFEBA7F}" dt="2026-10-26T19:03:14.783" v="0" actId="26606"/>
          <ac:spMkLst>
            <pc:docMk/>
            <pc:sldMk cId="0" sldId="275"/>
            <ac:spMk id="17" creationId="{00000000-0000-0000-0000-000000000000}"/>
          </ac:spMkLst>
        </pc:spChg>
        <pc:spChg chg="mod">
          <ac:chgData name="Alan Ferronnière" userId="ce53b17fa47f1d0f" providerId="LiveId" clId="{02A9AACA-53D5-4FF2-A82B-227EFFFEBA7F}" dt="2026-10-26T19:03:14.783" v="0" actId="26606"/>
          <ac:spMkLst>
            <pc:docMk/>
            <pc:sldMk cId="0" sldId="275"/>
            <ac:spMk id="19" creationId="{00000000-0000-0000-0000-000000000000}"/>
          </ac:spMkLst>
        </pc:spChg>
      </pc:sldChg>
      <pc:sldChg chg="modSp del mod">
        <pc:chgData name="Alan Ferronnière" userId="ce53b17fa47f1d0f" providerId="LiveId" clId="{02A9AACA-53D5-4FF2-A82B-227EFFFEBA7F}" dt="2026-10-26T21:17:57.229" v="1344" actId="2696"/>
        <pc:sldMkLst>
          <pc:docMk/>
          <pc:sldMk cId="0" sldId="276"/>
        </pc:sldMkLst>
        <pc:spChg chg="mod">
          <ac:chgData name="Alan Ferronnière" userId="ce53b17fa47f1d0f" providerId="LiveId" clId="{02A9AACA-53D5-4FF2-A82B-227EFFFEBA7F}" dt="2026-10-26T19:03:14.783" v="0" actId="26606"/>
          <ac:spMkLst>
            <pc:docMk/>
            <pc:sldMk cId="0" sldId="276"/>
            <ac:spMk id="2" creationId="{00000000-0000-0000-0000-000000000000}"/>
          </ac:spMkLst>
        </pc:spChg>
        <pc:spChg chg="mod">
          <ac:chgData name="Alan Ferronnière" userId="ce53b17fa47f1d0f" providerId="LiveId" clId="{02A9AACA-53D5-4FF2-A82B-227EFFFEBA7F}" dt="2026-10-26T19:03:14.783" v="0" actId="26606"/>
          <ac:spMkLst>
            <pc:docMk/>
            <pc:sldMk cId="0" sldId="276"/>
            <ac:spMk id="3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gif"/><Relationship Id="rId4" Type="http://schemas.openxmlformats.org/officeDocument/2006/relationships/image" Target="../media/image5.gi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gif"/><Relationship Id="rId2" Type="http://schemas.openxmlformats.org/officeDocument/2006/relationships/image" Target="../media/image7.gif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gif"/><Relationship Id="rId2" Type="http://schemas.openxmlformats.org/officeDocument/2006/relationships/image" Target="../media/image9.gi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gif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gif"/><Relationship Id="rId2" Type="http://schemas.openxmlformats.org/officeDocument/2006/relationships/image" Target="../media/image12.gif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gif"/><Relationship Id="rId2" Type="http://schemas.openxmlformats.org/officeDocument/2006/relationships/image" Target="../media/image14.gi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gi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gif"/><Relationship Id="rId2" Type="http://schemas.openxmlformats.org/officeDocument/2006/relationships/image" Target="../media/image17.gif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gif"/><Relationship Id="rId2" Type="http://schemas.openxmlformats.org/officeDocument/2006/relationships/image" Target="../media/image19.gif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2.gif"/><Relationship Id="rId4" Type="http://schemas.openxmlformats.org/officeDocument/2006/relationships/image" Target="../media/image21.gi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gif"/><Relationship Id="rId2" Type="http://schemas.openxmlformats.org/officeDocument/2006/relationships/image" Target="../media/image23.gif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gif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gif"/><Relationship Id="rId2" Type="http://schemas.openxmlformats.org/officeDocument/2006/relationships/image" Target="../media/image26.gi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8.gif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gif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gif"/><Relationship Id="rId2" Type="http://schemas.openxmlformats.org/officeDocument/2006/relationships/image" Target="../media/image30.gif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109728" cy="34747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1645920"/>
            <a:ext cx="10058400" cy="209801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0EA5E9"/>
                </a:solidFill>
                <a:latin typeface="Segoe UI"/>
              </a:defRPr>
            </a:pPr>
            <a:r>
              <a:rPr lang="fr-FR" dirty="0">
                <a:solidFill>
                  <a:srgbClr val="38BDF8"/>
                </a:solidFill>
              </a:rPr>
              <a:t>EPSI B2 — MODULE DEVE426</a:t>
            </a:r>
          </a:p>
          <a:p>
            <a:pPr>
              <a:spcAft>
                <a:spcPts val="1000"/>
              </a:spcAft>
              <a:defRPr sz="4000" b="1">
                <a:solidFill>
                  <a:srgbClr val="FFFFFF"/>
                </a:solidFill>
                <a:latin typeface="Segoe UI"/>
              </a:defRPr>
            </a:pPr>
            <a:r>
              <a:rPr lang="fr-FR" dirty="0">
                <a:solidFill>
                  <a:srgbClr val="F8FAFC"/>
                </a:solidFill>
              </a:rPr>
              <a:t>La Maintenance Applicative</a:t>
            </a:r>
          </a:p>
          <a:p>
            <a:pPr>
              <a:spcAft>
                <a:spcPts val="2800"/>
              </a:spcAft>
              <a:defRPr sz="1800">
                <a:solidFill>
                  <a:srgbClr val="E2E8F0"/>
                </a:solidFill>
                <a:latin typeface="Segoe UI"/>
              </a:defRPr>
            </a:pPr>
            <a:r>
              <a:rPr lang="fr-FR" dirty="0">
                <a:solidFill>
                  <a:srgbClr val="CBD5E1"/>
                </a:solidFill>
              </a:rPr>
              <a:t>Comprendre le cycle de vie logiciel, maîtriser le </a:t>
            </a:r>
            <a:r>
              <a:rPr lang="fr-FR" dirty="0" err="1">
                <a:solidFill>
                  <a:srgbClr val="CBD5E1"/>
                </a:solidFill>
              </a:rPr>
              <a:t>ticketing</a:t>
            </a:r>
            <a:r>
              <a:rPr lang="fr-FR" dirty="0">
                <a:solidFill>
                  <a:srgbClr val="CBD5E1"/>
                </a:solidFill>
              </a:rPr>
              <a:t>, l'analyse d'impact et la qualité</a:t>
            </a:r>
          </a:p>
          <a:p>
            <a:pPr>
              <a:defRPr sz="1300">
                <a:solidFill>
                  <a:srgbClr val="64748B"/>
                </a:solidFill>
                <a:latin typeface="Segoe UI"/>
              </a:defRPr>
            </a:pPr>
            <a:r>
              <a:rPr lang="fr-FR" dirty="0">
                <a:solidFill>
                  <a:srgbClr val="CBD5E1"/>
                </a:solidFill>
              </a:rPr>
              <a:t>Volume horaire : 7h  | Année 2026-2027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169277"/>
          </a:xfrm>
          <a:prstGeom prst="rect">
            <a:avLst/>
          </a:prstGeom>
          <a:noFill/>
          <a:ln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Segoe UI"/>
              </a:defRPr>
            </a:pPr>
            <a:r>
              <a:rPr lang="fr-FR">
                <a:solidFill>
                  <a:srgbClr val="38BDF8"/>
                </a:solidFill>
              </a:rPr>
              <a:t>PARCOURS PÉDAGOGIQUE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369332"/>
          </a:xfrm>
          <a:prstGeom prst="rect">
            <a:avLst/>
          </a:prstGeom>
          <a:noFill/>
          <a:ln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"/>
              </a:defRPr>
            </a:pPr>
            <a:r>
              <a:rPr lang="fr-FR">
                <a:solidFill>
                  <a:srgbClr val="F8FAFC"/>
                </a:solidFill>
              </a:rPr>
              <a:t>Plan du Cours : 8 Chapitres Clés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371600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20640" cy="960120"/>
          </a:xfrm>
          <a:prstGeom prst="roundRect">
            <a:avLst/>
          </a:prstGeom>
          <a:solidFill>
            <a:srgbClr val="141E31"/>
          </a:solidFill>
          <a:ln w="1016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914400" y="1828800"/>
            <a:ext cx="1280160" cy="320040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latin typeface="Segoe UI"/>
              </a:defRPr>
            </a:pPr>
            <a:r>
              <a:rPr lang="fr-FR">
                <a:solidFill>
                  <a:srgbClr val="07111F"/>
                </a:solidFill>
              </a:rPr>
              <a:t>Chapitre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31720" y="1783080"/>
            <a:ext cx="3383280" cy="446276"/>
          </a:xfrm>
          <a:prstGeom prst="rect">
            <a:avLst/>
          </a:prstGeom>
          <a:noFill/>
          <a:ln/>
        </p:spPr>
        <p:txBody>
          <a:bodyPr wrap="square" lIns="0" tIns="0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Segoe UI"/>
              </a:defRPr>
            </a:pPr>
            <a:r>
              <a:rPr lang="fr-FR">
                <a:solidFill>
                  <a:srgbClr val="CBD5E1"/>
                </a:solidFill>
              </a:rPr>
              <a:t>Mythes, Réalités et Définitions (TCO, cycle de vie)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788920"/>
            <a:ext cx="5120640" cy="960120"/>
          </a:xfrm>
          <a:prstGeom prst="roundRect">
            <a:avLst/>
          </a:prstGeom>
          <a:solidFill>
            <a:srgbClr val="141E31"/>
          </a:solidFill>
          <a:ln w="1016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914400" y="2971800"/>
            <a:ext cx="1280160" cy="320040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latin typeface="Segoe UI"/>
              </a:defRPr>
            </a:pPr>
            <a:r>
              <a:rPr lang="fr-FR">
                <a:solidFill>
                  <a:srgbClr val="07111F"/>
                </a:solidFill>
              </a:rPr>
              <a:t>Chapitre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31720" y="2926080"/>
            <a:ext cx="3383280" cy="246221"/>
          </a:xfrm>
          <a:prstGeom prst="rect">
            <a:avLst/>
          </a:prstGeom>
          <a:noFill/>
          <a:ln/>
        </p:spPr>
        <p:txBody>
          <a:bodyPr wrap="square" lIns="0" tIns="0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Segoe UI"/>
              </a:defRPr>
            </a:pPr>
            <a:r>
              <a:rPr lang="fr-FR" dirty="0">
                <a:solidFill>
                  <a:srgbClr val="CBD5E1"/>
                </a:solidFill>
              </a:rPr>
              <a:t>Les 4 Types de Maintenance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931920"/>
            <a:ext cx="5120640" cy="960120"/>
          </a:xfrm>
          <a:prstGeom prst="roundRect">
            <a:avLst/>
          </a:prstGeom>
          <a:solidFill>
            <a:srgbClr val="141E31"/>
          </a:solidFill>
          <a:ln w="1016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914400" y="4114800"/>
            <a:ext cx="1280160" cy="320040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latin typeface="Segoe UI"/>
              </a:defRPr>
            </a:pPr>
            <a:r>
              <a:rPr lang="fr-FR">
                <a:solidFill>
                  <a:srgbClr val="07111F"/>
                </a:solidFill>
              </a:rPr>
              <a:t>Chapitre 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31720" y="4069080"/>
            <a:ext cx="3383280" cy="446276"/>
          </a:xfrm>
          <a:prstGeom prst="rect">
            <a:avLst/>
          </a:prstGeom>
          <a:noFill/>
          <a:ln/>
        </p:spPr>
        <p:txBody>
          <a:bodyPr wrap="square" lIns="0" tIns="0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Segoe UI"/>
              </a:defRPr>
            </a:pPr>
            <a:r>
              <a:rPr lang="fr-FR">
                <a:solidFill>
                  <a:srgbClr val="CBD5E1"/>
                </a:solidFill>
              </a:rPr>
              <a:t>L'Écosystème Entreprise (TMA, MCO, SLA, Dette tech)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5074920"/>
            <a:ext cx="5120640" cy="960120"/>
          </a:xfrm>
          <a:prstGeom prst="roundRect">
            <a:avLst/>
          </a:prstGeom>
          <a:solidFill>
            <a:srgbClr val="141E31"/>
          </a:solidFill>
          <a:ln w="1016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914400" y="5257800"/>
            <a:ext cx="1280160" cy="320040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latin typeface="Segoe UI"/>
              </a:defRPr>
            </a:pPr>
            <a:r>
              <a:rPr lang="fr-FR">
                <a:solidFill>
                  <a:srgbClr val="07111F"/>
                </a:solidFill>
              </a:rPr>
              <a:t>Chapitre 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31720" y="5212080"/>
            <a:ext cx="3383280" cy="446276"/>
          </a:xfrm>
          <a:prstGeom prst="rect">
            <a:avLst/>
          </a:prstGeom>
          <a:noFill/>
          <a:ln/>
        </p:spPr>
        <p:txBody>
          <a:bodyPr wrap="square" lIns="0" tIns="0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Segoe UI"/>
              </a:defRPr>
            </a:pPr>
            <a:r>
              <a:rPr lang="fr-FR">
                <a:solidFill>
                  <a:srgbClr val="CBD5E1"/>
                </a:solidFill>
              </a:rPr>
              <a:t>Le Quotidien Opérationnel (Ticketing, Support, Priorisation)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60" y="1645920"/>
            <a:ext cx="5120640" cy="960120"/>
          </a:xfrm>
          <a:prstGeom prst="roundRect">
            <a:avLst/>
          </a:prstGeom>
          <a:solidFill>
            <a:srgbClr val="141E31"/>
          </a:solidFill>
          <a:ln w="1016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6492240" y="1828800"/>
            <a:ext cx="1280160" cy="320040"/>
          </a:xfrm>
          <a:prstGeom prst="round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latin typeface="Segoe UI"/>
              </a:defRPr>
            </a:pPr>
            <a:r>
              <a:rPr lang="fr-FR">
                <a:solidFill>
                  <a:srgbClr val="F8FAFC"/>
                </a:solidFill>
              </a:rPr>
              <a:t>Chapitre 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09560" y="1783080"/>
            <a:ext cx="3383280" cy="446276"/>
          </a:xfrm>
          <a:prstGeom prst="rect">
            <a:avLst/>
          </a:prstGeom>
          <a:noFill/>
          <a:ln/>
        </p:spPr>
        <p:txBody>
          <a:bodyPr wrap="square" lIns="0" tIns="0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Segoe UI"/>
              </a:defRPr>
            </a:pPr>
            <a:r>
              <a:rPr lang="fr-FR">
                <a:solidFill>
                  <a:srgbClr val="CBD5E1"/>
                </a:solidFill>
              </a:rPr>
              <a:t>Méthodologie (Recueil, Rétro-ingénierie, Analyse d'impact)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09360" y="2788920"/>
            <a:ext cx="5120640" cy="960120"/>
          </a:xfrm>
          <a:prstGeom prst="roundRect">
            <a:avLst/>
          </a:prstGeom>
          <a:solidFill>
            <a:srgbClr val="141E31"/>
          </a:solidFill>
          <a:ln w="1016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6492240" y="2971800"/>
            <a:ext cx="1280160" cy="320040"/>
          </a:xfrm>
          <a:prstGeom prst="round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latin typeface="Segoe UI"/>
              </a:defRPr>
            </a:pPr>
            <a:r>
              <a:rPr lang="fr-FR">
                <a:solidFill>
                  <a:srgbClr val="F8FAFC"/>
                </a:solidFill>
              </a:rPr>
              <a:t>Chapitre 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09560" y="2926080"/>
            <a:ext cx="3383280" cy="446276"/>
          </a:xfrm>
          <a:prstGeom prst="rect">
            <a:avLst/>
          </a:prstGeom>
          <a:noFill/>
          <a:ln/>
        </p:spPr>
        <p:txBody>
          <a:bodyPr wrap="square" lIns="0" tIns="0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Segoe UI"/>
              </a:defRPr>
            </a:pPr>
            <a:r>
              <a:rPr lang="fr-FR" dirty="0">
                <a:solidFill>
                  <a:srgbClr val="CBD5E1"/>
                </a:solidFill>
              </a:rPr>
              <a:t>Cycles de Vie, Versioning </a:t>
            </a:r>
            <a:r>
              <a:rPr lang="fr-FR" dirty="0" err="1">
                <a:solidFill>
                  <a:srgbClr val="CBD5E1"/>
                </a:solidFill>
              </a:rPr>
              <a:t>SemVer</a:t>
            </a:r>
            <a:r>
              <a:rPr lang="fr-FR" dirty="0">
                <a:solidFill>
                  <a:srgbClr val="CBD5E1"/>
                </a:solidFill>
              </a:rPr>
              <a:t> &amp; </a:t>
            </a:r>
            <a:r>
              <a:rPr lang="fr-FR" dirty="0" err="1">
                <a:solidFill>
                  <a:srgbClr val="CBD5E1"/>
                </a:solidFill>
              </a:rPr>
              <a:t>GitFlow</a:t>
            </a:r>
            <a:endParaRPr lang="fr-FR" dirty="0">
              <a:solidFill>
                <a:srgbClr val="CBD5E1"/>
              </a:solidFill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6309360" y="3931920"/>
            <a:ext cx="5120640" cy="960120"/>
          </a:xfrm>
          <a:prstGeom prst="roundRect">
            <a:avLst/>
          </a:prstGeom>
          <a:solidFill>
            <a:srgbClr val="141E31"/>
          </a:solidFill>
          <a:ln w="1016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6492240" y="4114800"/>
            <a:ext cx="1280160" cy="320040"/>
          </a:xfrm>
          <a:prstGeom prst="round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latin typeface="Segoe UI"/>
              </a:defRPr>
            </a:pPr>
            <a:r>
              <a:rPr lang="fr-FR">
                <a:solidFill>
                  <a:srgbClr val="F8FAFC"/>
                </a:solidFill>
              </a:rPr>
              <a:t>Chapitre 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09560" y="4069080"/>
            <a:ext cx="3383280" cy="446276"/>
          </a:xfrm>
          <a:prstGeom prst="rect">
            <a:avLst/>
          </a:prstGeom>
          <a:noFill/>
          <a:ln/>
        </p:spPr>
        <p:txBody>
          <a:bodyPr wrap="square" lIns="0" tIns="0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Segoe UI"/>
              </a:defRPr>
            </a:pPr>
            <a:r>
              <a:rPr lang="fr-FR" dirty="0">
                <a:solidFill>
                  <a:srgbClr val="CBD5E1"/>
                </a:solidFill>
              </a:rPr>
              <a:t>Qualité &amp; Tests sans panique : Le rôle vital des TNR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309360" y="5074920"/>
            <a:ext cx="5120640" cy="960120"/>
          </a:xfrm>
          <a:prstGeom prst="roundRect">
            <a:avLst/>
          </a:prstGeom>
          <a:solidFill>
            <a:srgbClr val="141E31"/>
          </a:solidFill>
          <a:ln w="1016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6492240" y="5257800"/>
            <a:ext cx="1280160" cy="320040"/>
          </a:xfrm>
          <a:prstGeom prst="round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latin typeface="Segoe UI"/>
              </a:defRPr>
            </a:pPr>
            <a:r>
              <a:rPr lang="fr-FR">
                <a:solidFill>
                  <a:srgbClr val="F8FAFC"/>
                </a:solidFill>
              </a:rPr>
              <a:t>Chapitre 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09560" y="5212080"/>
            <a:ext cx="3383280" cy="246221"/>
          </a:xfrm>
          <a:prstGeom prst="rect">
            <a:avLst/>
          </a:prstGeom>
          <a:noFill/>
          <a:ln/>
        </p:spPr>
        <p:txBody>
          <a:bodyPr wrap="square" lIns="0" tIns="0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Segoe UI"/>
              </a:defRPr>
            </a:pPr>
            <a:r>
              <a:rPr lang="fr-FR" dirty="0">
                <a:solidFill>
                  <a:srgbClr val="CBD5E1"/>
                </a:solidFill>
              </a:rPr>
              <a:t>Les Bonnes Pratiques &amp; Clôture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169277"/>
          </a:xfrm>
          <a:prstGeom prst="rect">
            <a:avLst/>
          </a:prstGeom>
          <a:noFill/>
          <a:ln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Segoe UI"/>
              </a:defRPr>
            </a:pPr>
            <a:r>
              <a:rPr lang="fr-FR">
                <a:solidFill>
                  <a:srgbClr val="38BDF8"/>
                </a:solidFill>
              </a:rPr>
              <a:t>CHAPITRE 1 : MYTHES &amp; DÉFINITIONS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369332"/>
          </a:xfrm>
          <a:prstGeom prst="rect">
            <a:avLst/>
          </a:prstGeom>
          <a:noFill/>
          <a:ln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"/>
              </a:defRPr>
            </a:pPr>
            <a:r>
              <a:rPr lang="fr-FR" dirty="0">
                <a:solidFill>
                  <a:srgbClr val="F8FAFC"/>
                </a:solidFill>
              </a:rPr>
              <a:t>La Réalité </a:t>
            </a:r>
            <a:r>
              <a:rPr lang="fr-FR">
                <a:solidFill>
                  <a:srgbClr val="F8FAFC"/>
                </a:solidFill>
              </a:rPr>
              <a:t>du Métier</a:t>
            </a:r>
            <a:endParaRPr lang="fr-FR" dirty="0">
              <a:solidFill>
                <a:srgbClr val="F8FAFC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371600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1828800"/>
            <a:ext cx="4663440" cy="1790234"/>
          </a:xfrm>
          <a:prstGeom prst="rect">
            <a:avLst/>
          </a:prstGeom>
          <a:noFill/>
          <a:ln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EF4444"/>
                </a:solidFill>
                <a:latin typeface="Segoe UI"/>
              </a:defRPr>
            </a:pPr>
            <a:r>
              <a:rPr lang="fr-FR" dirty="0">
                <a:solidFill>
                  <a:srgbClr val="FB7185"/>
                </a:solidFill>
              </a:rPr>
              <a:t>Le Mythe de l'École : 'From Scratch'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  <a:defRPr sz="1200">
                <a:solidFill>
                  <a:srgbClr val="0F172A"/>
                </a:solidFill>
                <a:latin typeface="Segoe UI"/>
              </a:defRPr>
            </a:pPr>
            <a:r>
              <a:rPr lang="fr-FR" dirty="0">
                <a:solidFill>
                  <a:srgbClr val="CBD5E1"/>
                </a:solidFill>
              </a:rPr>
              <a:t>Projets neufs créés de zéro (</a:t>
            </a:r>
            <a:r>
              <a:rPr lang="fr-FR" dirty="0" err="1">
                <a:solidFill>
                  <a:srgbClr val="CBD5E1"/>
                </a:solidFill>
              </a:rPr>
              <a:t>symfony</a:t>
            </a:r>
            <a:r>
              <a:rPr lang="fr-FR" dirty="0">
                <a:solidFill>
                  <a:srgbClr val="CBD5E1"/>
                </a:solidFill>
              </a:rPr>
              <a:t> new, </a:t>
            </a:r>
            <a:r>
              <a:rPr lang="fr-FR" dirty="0" err="1">
                <a:solidFill>
                  <a:srgbClr val="CBD5E1"/>
                </a:solidFill>
              </a:rPr>
              <a:t>npm</a:t>
            </a:r>
            <a:r>
              <a:rPr lang="fr-FR" dirty="0">
                <a:solidFill>
                  <a:srgbClr val="CBD5E1"/>
                </a:solidFill>
              </a:rPr>
              <a:t> init, composer </a:t>
            </a:r>
            <a:r>
              <a:rPr lang="fr-FR" dirty="0" err="1">
                <a:solidFill>
                  <a:srgbClr val="CBD5E1"/>
                </a:solidFill>
              </a:rPr>
              <a:t>install</a:t>
            </a:r>
            <a:r>
              <a:rPr lang="fr-FR" dirty="0">
                <a:solidFill>
                  <a:srgbClr val="CBD5E1"/>
                </a:solidFill>
              </a:rPr>
              <a:t>, …).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  <a:defRPr sz="1200">
                <a:solidFill>
                  <a:srgbClr val="0F172A"/>
                </a:solidFill>
                <a:latin typeface="Segoe UI"/>
              </a:defRPr>
            </a:pPr>
            <a:r>
              <a:rPr lang="fr-FR" dirty="0">
                <a:solidFill>
                  <a:srgbClr val="CBD5E1"/>
                </a:solidFill>
              </a:rPr>
              <a:t>Pas d'utilisateurs en production ni de trafic réel.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  <a:defRPr sz="1200">
                <a:solidFill>
                  <a:srgbClr val="0F172A"/>
                </a:solidFill>
                <a:latin typeface="Segoe UI"/>
              </a:defRPr>
            </a:pPr>
            <a:r>
              <a:rPr lang="fr-FR" dirty="0">
                <a:solidFill>
                  <a:srgbClr val="CBD5E1"/>
                </a:solidFill>
              </a:rPr>
              <a:t>Pas de code </a:t>
            </a:r>
            <a:r>
              <a:rPr lang="fr-FR" dirty="0" err="1">
                <a:solidFill>
                  <a:srgbClr val="CBD5E1"/>
                </a:solidFill>
              </a:rPr>
              <a:t>legacy</a:t>
            </a:r>
            <a:r>
              <a:rPr lang="fr-FR" dirty="0">
                <a:solidFill>
                  <a:srgbClr val="CBD5E1"/>
                </a:solidFill>
              </a:rPr>
              <a:t> (ancien code obscur même pour une IA).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  <a:defRPr sz="1200">
                <a:solidFill>
                  <a:srgbClr val="0F172A"/>
                </a:solidFill>
                <a:latin typeface="Segoe UI"/>
              </a:defRPr>
            </a:pPr>
            <a:r>
              <a:rPr lang="fr-FR" dirty="0">
                <a:solidFill>
                  <a:srgbClr val="CBD5E1"/>
                </a:solidFill>
              </a:rPr>
              <a:t>Pas d'historique de données critiques à préserver.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  <a:defRPr sz="1200">
                <a:solidFill>
                  <a:srgbClr val="0F172A"/>
                </a:solidFill>
                <a:latin typeface="Segoe UI"/>
              </a:defRPr>
            </a:pPr>
            <a:r>
              <a:rPr lang="fr-FR" dirty="0">
                <a:solidFill>
                  <a:srgbClr val="CBD5E1"/>
                </a:solidFill>
              </a:rPr>
              <a:t>Le projet s'arrête le jour du rendu !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1828800"/>
            <a:ext cx="4663440" cy="2082621"/>
          </a:xfrm>
          <a:prstGeom prst="rect">
            <a:avLst/>
          </a:prstGeom>
          <a:noFill/>
          <a:ln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10B981"/>
                </a:solidFill>
                <a:latin typeface="Segoe UI"/>
              </a:defRPr>
            </a:pPr>
            <a:r>
              <a:rPr lang="fr-FR" dirty="0">
                <a:solidFill>
                  <a:srgbClr val="34D399"/>
                </a:solidFill>
              </a:rPr>
              <a:t>La Réalité de l'Entreprise : La Maintenance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  <a:defRPr sz="1200">
                <a:solidFill>
                  <a:srgbClr val="0F172A"/>
                </a:solidFill>
                <a:latin typeface="Segoe UI"/>
              </a:defRPr>
            </a:pPr>
            <a:r>
              <a:rPr lang="fr-FR" dirty="0">
                <a:solidFill>
                  <a:srgbClr val="CBD5E1"/>
                </a:solidFill>
              </a:rPr>
              <a:t>70% à 80% du temps et du budget informatique est dédié à la maintenance applicative.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  <a:defRPr sz="1200">
                <a:solidFill>
                  <a:srgbClr val="0F172A"/>
                </a:solidFill>
                <a:latin typeface="Segoe UI"/>
              </a:defRPr>
            </a:pPr>
            <a:r>
              <a:rPr lang="fr-FR" dirty="0">
                <a:solidFill>
                  <a:srgbClr val="CBD5E1"/>
                </a:solidFill>
              </a:rPr>
              <a:t>Un projet neuf dure 6 à 18 mois ; la maintenance dure 5, 10, voire 25 ans !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  <a:defRPr sz="1200">
                <a:solidFill>
                  <a:srgbClr val="0F172A"/>
                </a:solidFill>
                <a:latin typeface="Segoe UI"/>
              </a:defRPr>
            </a:pPr>
            <a:r>
              <a:rPr lang="fr-FR" dirty="0">
                <a:solidFill>
                  <a:srgbClr val="CBD5E1"/>
                </a:solidFill>
              </a:rPr>
              <a:t>Des millions d'euros et des milliers d'utilisateurs dépendent du système 24h/24.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  <a:defRPr sz="1200">
                <a:solidFill>
                  <a:srgbClr val="0F172A"/>
                </a:solidFill>
                <a:latin typeface="Segoe UI"/>
              </a:defRPr>
            </a:pPr>
            <a:r>
              <a:rPr lang="fr-FR" dirty="0">
                <a:solidFill>
                  <a:srgbClr val="CBD5E1"/>
                </a:solidFill>
              </a:rPr>
              <a:t>Le vrai défi pro : comprendre le code écrit par d'autres et le modifier sans rien casser.</a:t>
            </a:r>
          </a:p>
        </p:txBody>
      </p:sp>
      <p:pic>
        <p:nvPicPr>
          <p:cNvPr id="12" name="Image 11" descr="School Studying GIF by hamlet">
            <a:extLst>
              <a:ext uri="{FF2B5EF4-FFF2-40B4-BE49-F238E27FC236}">
                <a16:creationId xmlns:a16="http://schemas.microsoft.com/office/drawing/2014/main" id="{1EC4D6EF-88D2-607D-965A-5D83B2AD22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3120" y="3911421"/>
            <a:ext cx="1858453" cy="2477937"/>
          </a:xfrm>
          <a:prstGeom prst="rect">
            <a:avLst/>
          </a:prstGeom>
        </p:spPr>
      </p:pic>
      <p:pic>
        <p:nvPicPr>
          <p:cNvPr id="13" name="Image 12" descr="an older woman says it 's a little bit complicated in front of a whiteboard">
            <a:extLst>
              <a:ext uri="{FF2B5EF4-FFF2-40B4-BE49-F238E27FC236}">
                <a16:creationId xmlns:a16="http://schemas.microsoft.com/office/drawing/2014/main" id="{F794E46C-FE42-73DC-81E6-C43E1B4F88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73401" y="4175544"/>
            <a:ext cx="2095500" cy="2095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169277"/>
          </a:xfrm>
          <a:prstGeom prst="rect">
            <a:avLst/>
          </a:prstGeom>
          <a:noFill/>
          <a:ln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Segoe UI"/>
              </a:defRPr>
            </a:pPr>
            <a:r>
              <a:rPr lang="fr-FR">
                <a:solidFill>
                  <a:srgbClr val="38BDF8"/>
                </a:solidFill>
              </a:rPr>
              <a:t>CHAPITRE 1 : MYTHES &amp; DÉFINITIONS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369332"/>
          </a:xfrm>
          <a:prstGeom prst="rect">
            <a:avLst/>
          </a:prstGeom>
          <a:noFill/>
          <a:ln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"/>
              </a:defRPr>
            </a:pPr>
            <a:r>
              <a:rPr lang="fr-FR">
                <a:solidFill>
                  <a:srgbClr val="F8FAFC"/>
                </a:solidFill>
              </a:rPr>
              <a:t>Qu'est-ce que la Maintenance Logicielle ?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371600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10698480" cy="1371600"/>
          </a:xfrm>
          <a:prstGeom prst="roundRect">
            <a:avLst/>
          </a:prstGeom>
          <a:solidFill>
            <a:srgbClr val="17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600"/>
              </a:spcAft>
              <a:defRPr sz="1300" b="1">
                <a:solidFill>
                  <a:srgbClr val="0EA5E9"/>
                </a:solidFill>
                <a:latin typeface="Segoe UI"/>
              </a:defRPr>
            </a:pPr>
            <a:r>
              <a:rPr lang="fr-FR">
                <a:solidFill>
                  <a:srgbClr val="38BDF8"/>
                </a:solidFill>
              </a:rPr>
              <a:t>Définition officielle (Norme ISO/IEC 14764) :</a:t>
            </a:r>
          </a:p>
          <a:p>
            <a:pPr>
              <a:defRPr sz="1400">
                <a:solidFill>
                  <a:srgbClr val="FFFFFF"/>
                </a:solidFill>
                <a:latin typeface="Segoe UI"/>
              </a:defRPr>
            </a:pPr>
            <a:r>
              <a:rPr lang="fr-FR">
                <a:solidFill>
                  <a:srgbClr val="CBD5E1"/>
                </a:solidFill>
              </a:rPr>
              <a:t>« Ensemble des activités requises pour fournir un support technique après la mise en service du logiciel, corriger les défauts, améliorer les performances ou adapter le produit à un environnement modifié. »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291840"/>
            <a:ext cx="3383280" cy="2926080"/>
          </a:xfrm>
          <a:prstGeom prst="roundRect">
            <a:avLst/>
          </a:prstGeom>
          <a:solidFill>
            <a:srgbClr val="141E31"/>
          </a:solidFill>
          <a:ln w="15875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60120" y="3474720"/>
            <a:ext cx="2926080" cy="1451679"/>
          </a:xfrm>
          <a:prstGeom prst="rect">
            <a:avLst/>
          </a:prstGeom>
          <a:noFill/>
          <a:ln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2563EB"/>
                </a:solidFill>
                <a:latin typeface="Segoe UI"/>
              </a:defRPr>
            </a:pPr>
            <a:r>
              <a:rPr lang="fr-FR" dirty="0">
                <a:solidFill>
                  <a:srgbClr val="38BDF8"/>
                </a:solidFill>
              </a:rPr>
              <a:t>Mise en Production (MEP)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  <a:defRPr sz="1200">
                <a:solidFill>
                  <a:srgbClr val="0F172A"/>
                </a:solidFill>
                <a:latin typeface="Segoe UI"/>
              </a:defRPr>
            </a:pPr>
            <a:r>
              <a:rPr lang="fr-FR" dirty="0">
                <a:solidFill>
                  <a:srgbClr val="CBD5E1"/>
                </a:solidFill>
              </a:rPr>
              <a:t>C'est le point de départ de la maintenance.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  <a:defRPr sz="1200">
                <a:solidFill>
                  <a:srgbClr val="0F172A"/>
                </a:solidFill>
                <a:latin typeface="Segoe UI"/>
              </a:defRPr>
            </a:pPr>
            <a:r>
              <a:rPr lang="fr-FR" dirty="0">
                <a:solidFill>
                  <a:srgbClr val="CBD5E1"/>
                </a:solidFill>
              </a:rPr>
              <a:t>Le logiciel rencontre enfin ses vrais utilisateurs.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  <a:defRPr sz="1200">
                <a:solidFill>
                  <a:srgbClr val="0F172A"/>
                </a:solidFill>
                <a:latin typeface="Segoe UI"/>
              </a:defRPr>
            </a:pPr>
            <a:r>
              <a:rPr lang="fr-FR" dirty="0">
                <a:solidFill>
                  <a:srgbClr val="CBD5E1"/>
                </a:solidFill>
              </a:rPr>
              <a:t>Découverte des cas limites réels.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3291840"/>
            <a:ext cx="3383280" cy="2926080"/>
          </a:xfrm>
          <a:prstGeom prst="roundRect">
            <a:avLst/>
          </a:prstGeom>
          <a:solidFill>
            <a:srgbClr val="141E31"/>
          </a:solidFill>
          <a:ln w="15875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17720" y="3474720"/>
            <a:ext cx="2926080" cy="1636345"/>
          </a:xfrm>
          <a:prstGeom prst="rect">
            <a:avLst/>
          </a:prstGeom>
          <a:noFill/>
          <a:ln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59E0B"/>
                </a:solidFill>
                <a:latin typeface="Segoe UI"/>
              </a:defRPr>
            </a:pPr>
            <a:r>
              <a:rPr lang="fr-FR" dirty="0">
                <a:solidFill>
                  <a:srgbClr val="FBBF24"/>
                </a:solidFill>
              </a:rPr>
              <a:t>Loi de Lehman (Entropie)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  <a:defRPr sz="1200">
                <a:solidFill>
                  <a:srgbClr val="0F172A"/>
                </a:solidFill>
                <a:latin typeface="Segoe UI"/>
              </a:defRPr>
            </a:pPr>
            <a:r>
              <a:rPr lang="fr-FR" dirty="0">
                <a:solidFill>
                  <a:srgbClr val="CBD5E1"/>
                </a:solidFill>
              </a:rPr>
              <a:t>Tout système logiciel utilisé vieillit naturellement.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  <a:defRPr sz="1200">
                <a:solidFill>
                  <a:srgbClr val="0F172A"/>
                </a:solidFill>
                <a:latin typeface="Segoe UI"/>
              </a:defRPr>
            </a:pPr>
            <a:r>
              <a:rPr lang="fr-FR" dirty="0">
                <a:solidFill>
                  <a:srgbClr val="CBD5E1"/>
                </a:solidFill>
              </a:rPr>
              <a:t>Sans maintenance proactive, sa structure le dégrade.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  <a:defRPr sz="1200">
                <a:solidFill>
                  <a:srgbClr val="0F172A"/>
                </a:solidFill>
                <a:latin typeface="Segoe UI"/>
              </a:defRPr>
            </a:pPr>
            <a:r>
              <a:rPr lang="fr-FR" dirty="0">
                <a:solidFill>
                  <a:srgbClr val="CBD5E1"/>
                </a:solidFill>
              </a:rPr>
              <a:t>La complexité augmente à chaque rustine.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3291840"/>
            <a:ext cx="3383280" cy="2926080"/>
          </a:xfrm>
          <a:prstGeom prst="roundRect">
            <a:avLst/>
          </a:prstGeom>
          <a:solidFill>
            <a:srgbClr val="141E31"/>
          </a:solidFill>
          <a:ln w="15875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75320" y="3474720"/>
            <a:ext cx="2926080" cy="1451679"/>
          </a:xfrm>
          <a:prstGeom prst="rect">
            <a:avLst/>
          </a:prstGeom>
          <a:noFill/>
          <a:ln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8B5CF6"/>
                </a:solidFill>
                <a:latin typeface="Segoe UI"/>
              </a:defRPr>
            </a:pPr>
            <a:r>
              <a:rPr lang="fr-FR" dirty="0">
                <a:solidFill>
                  <a:srgbClr val="A78BFA"/>
                </a:solidFill>
              </a:rPr>
              <a:t>Coût Global (TCO)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  <a:defRPr sz="1200">
                <a:solidFill>
                  <a:srgbClr val="0F172A"/>
                </a:solidFill>
                <a:latin typeface="Segoe UI"/>
              </a:defRPr>
            </a:pPr>
            <a:r>
              <a:rPr lang="fr-FR" dirty="0">
                <a:solidFill>
                  <a:srgbClr val="CBD5E1"/>
                </a:solidFill>
              </a:rPr>
              <a:t>Total Cost of </a:t>
            </a:r>
            <a:r>
              <a:rPr lang="fr-FR" dirty="0" err="1">
                <a:solidFill>
                  <a:srgbClr val="CBD5E1"/>
                </a:solidFill>
              </a:rPr>
              <a:t>Ownership</a:t>
            </a:r>
            <a:r>
              <a:rPr lang="fr-FR" dirty="0">
                <a:solidFill>
                  <a:srgbClr val="CBD5E1"/>
                </a:solidFill>
              </a:rPr>
              <a:t>.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  <a:defRPr sz="1200">
                <a:solidFill>
                  <a:srgbClr val="0F172A"/>
                </a:solidFill>
                <a:latin typeface="Segoe UI"/>
              </a:defRPr>
            </a:pPr>
            <a:r>
              <a:rPr lang="fr-FR" dirty="0">
                <a:solidFill>
                  <a:srgbClr val="CBD5E1"/>
                </a:solidFill>
              </a:rPr>
              <a:t>Le coût de dev initial n'est que la partie visible de l'iceberg (20%).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  <a:defRPr sz="1200">
                <a:solidFill>
                  <a:srgbClr val="0F172A"/>
                </a:solidFill>
                <a:latin typeface="Segoe UI"/>
              </a:defRPr>
            </a:pPr>
            <a:r>
              <a:rPr lang="fr-FR" dirty="0">
                <a:solidFill>
                  <a:srgbClr val="CBD5E1"/>
                </a:solidFill>
              </a:rPr>
              <a:t>80% des dépenses interviennent APRÈS la livraison.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169277"/>
          </a:xfrm>
          <a:prstGeom prst="rect">
            <a:avLst/>
          </a:prstGeom>
          <a:noFill/>
          <a:ln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Segoe UI"/>
              </a:defRPr>
            </a:pPr>
            <a:r>
              <a:rPr lang="fr-FR">
                <a:solidFill>
                  <a:srgbClr val="38BDF8"/>
                </a:solidFill>
              </a:rPr>
              <a:t>CHAPITRE 2 : TYPOLOGIE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369332"/>
          </a:xfrm>
          <a:prstGeom prst="rect">
            <a:avLst/>
          </a:prstGeom>
          <a:noFill/>
          <a:ln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"/>
              </a:defRPr>
            </a:pPr>
            <a:r>
              <a:rPr lang="fr-FR">
                <a:solidFill>
                  <a:srgbClr val="F8FAFC"/>
                </a:solidFill>
              </a:rPr>
              <a:t>Les 4 Types de Maintenance (Norme ISO/IEC 14764)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371600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2514600" cy="4572000"/>
          </a:xfrm>
          <a:prstGeom prst="roundRect">
            <a:avLst/>
          </a:prstGeom>
          <a:solidFill>
            <a:srgbClr val="141E31"/>
          </a:solidFill>
          <a:ln w="15875">
            <a:solidFill>
              <a:srgbClr val="FB71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1828800"/>
            <a:ext cx="2057400" cy="2344231"/>
          </a:xfrm>
          <a:prstGeom prst="rect">
            <a:avLst/>
          </a:prstGeom>
          <a:noFill/>
          <a:ln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EF4444"/>
                </a:solidFill>
                <a:latin typeface="Segoe UI"/>
              </a:defRPr>
            </a:pPr>
            <a:r>
              <a:rPr lang="fr-FR" dirty="0">
                <a:solidFill>
                  <a:srgbClr val="FB7185"/>
                </a:solidFill>
              </a:rPr>
              <a:t>1. Corrective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Segoe UI"/>
              </a:defRPr>
            </a:pPr>
            <a:r>
              <a:rPr lang="fr-FR" b="1" dirty="0">
                <a:solidFill>
                  <a:srgbClr val="CBD5E1"/>
                </a:solidFill>
              </a:rPr>
              <a:t>Réparer les anomalies </a:t>
            </a:r>
            <a:r>
              <a:rPr lang="fr-FR" dirty="0">
                <a:solidFill>
                  <a:srgbClr val="CBD5E1"/>
                </a:solidFill>
              </a:rPr>
              <a:t>(bugs).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  <a:defRPr sz="1200">
                <a:solidFill>
                  <a:srgbClr val="0F172A"/>
                </a:solidFill>
                <a:latin typeface="Segoe UI"/>
              </a:defRPr>
            </a:pPr>
            <a:r>
              <a:rPr lang="fr-FR" dirty="0">
                <a:solidFill>
                  <a:srgbClr val="CBD5E1"/>
                </a:solidFill>
              </a:rPr>
              <a:t>L'application ne fait pas ce qui était spécifié.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Segoe UI"/>
              </a:defRPr>
            </a:pPr>
            <a:br>
              <a:rPr lang="fr-FR" dirty="0">
                <a:solidFill>
                  <a:srgbClr val="CBD5E1"/>
                </a:solidFill>
              </a:rPr>
            </a:br>
            <a:r>
              <a:rPr lang="fr-FR" b="1" dirty="0">
                <a:solidFill>
                  <a:srgbClr val="CBD5E1"/>
                </a:solidFill>
              </a:rPr>
              <a:t>Sous-types :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  <a:defRPr sz="1200">
                <a:solidFill>
                  <a:srgbClr val="0F172A"/>
                </a:solidFill>
                <a:latin typeface="Segoe UI"/>
              </a:defRPr>
            </a:pPr>
            <a:r>
              <a:rPr lang="fr-FR" dirty="0">
                <a:solidFill>
                  <a:srgbClr val="CBD5E1"/>
                </a:solidFill>
              </a:rPr>
              <a:t>Palliative : contournement d'urgence.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  <a:defRPr sz="1200">
                <a:solidFill>
                  <a:srgbClr val="0F172A"/>
                </a:solidFill>
                <a:latin typeface="Segoe UI"/>
              </a:defRPr>
            </a:pPr>
            <a:r>
              <a:rPr lang="fr-FR" dirty="0">
                <a:solidFill>
                  <a:srgbClr val="CBD5E1"/>
                </a:solidFill>
              </a:rPr>
              <a:t>Curative : solution définitive de fond.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1645920"/>
            <a:ext cx="2514600" cy="4572000"/>
          </a:xfrm>
          <a:prstGeom prst="roundRect">
            <a:avLst/>
          </a:prstGeom>
          <a:solidFill>
            <a:srgbClr val="141E31"/>
          </a:solidFill>
          <a:ln w="15875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57600" y="1828800"/>
            <a:ext cx="2057400" cy="2975173"/>
          </a:xfrm>
          <a:prstGeom prst="rect">
            <a:avLst/>
          </a:prstGeom>
          <a:noFill/>
          <a:ln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2563EB"/>
                </a:solidFill>
                <a:latin typeface="Segoe UI"/>
              </a:defRPr>
            </a:pPr>
            <a:r>
              <a:rPr lang="fr-FR" dirty="0">
                <a:solidFill>
                  <a:srgbClr val="38BDF8"/>
                </a:solidFill>
              </a:rPr>
              <a:t>2. Adaptative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Segoe UI"/>
              </a:defRPr>
            </a:pPr>
            <a:r>
              <a:rPr lang="fr-FR" b="1" dirty="0">
                <a:solidFill>
                  <a:srgbClr val="CBD5E1"/>
                </a:solidFill>
              </a:rPr>
              <a:t>Adapter à l'environnement.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Segoe UI"/>
              </a:defRPr>
            </a:pPr>
            <a:r>
              <a:rPr lang="fr-FR" dirty="0">
                <a:solidFill>
                  <a:srgbClr val="CBD5E1"/>
                </a:solidFill>
              </a:rPr>
              <a:t>Le code n'avait pas de bug, mais son écosystème a changé, par exemple :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  <a:defRPr sz="1200">
                <a:solidFill>
                  <a:srgbClr val="0F172A"/>
                </a:solidFill>
                <a:latin typeface="Segoe UI"/>
              </a:defRPr>
            </a:pPr>
            <a:r>
              <a:rPr lang="fr-FR" dirty="0">
                <a:solidFill>
                  <a:srgbClr val="CBD5E1"/>
                </a:solidFill>
              </a:rPr>
              <a:t>Montée de version PHP/OS/BDD.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  <a:defRPr sz="1200">
                <a:solidFill>
                  <a:srgbClr val="0F172A"/>
                </a:solidFill>
                <a:latin typeface="Segoe UI"/>
              </a:defRPr>
            </a:pPr>
            <a:r>
              <a:rPr lang="fr-FR" dirty="0">
                <a:solidFill>
                  <a:srgbClr val="CBD5E1"/>
                </a:solidFill>
              </a:rPr>
              <a:t>Changement d'API tierce (ex: Kit de paiement bancaire).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  <a:defRPr sz="1200">
                <a:solidFill>
                  <a:srgbClr val="0F172A"/>
                </a:solidFill>
                <a:latin typeface="Segoe UI"/>
              </a:defRPr>
            </a:pPr>
            <a:r>
              <a:rPr lang="fr-FR" dirty="0">
                <a:solidFill>
                  <a:srgbClr val="CBD5E1"/>
                </a:solidFill>
              </a:rPr>
              <a:t>Évolution légale (RGPD, TVA).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  <a:defRPr sz="1200">
                <a:solidFill>
                  <a:srgbClr val="0F172A"/>
                </a:solidFill>
                <a:latin typeface="Segoe UI"/>
              </a:defRPr>
            </a:pPr>
            <a:r>
              <a:rPr lang="fr-FR" dirty="0">
                <a:solidFill>
                  <a:srgbClr val="CBD5E1"/>
                </a:solidFill>
              </a:rPr>
              <a:t>…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645920"/>
            <a:ext cx="2514600" cy="4572000"/>
          </a:xfrm>
          <a:prstGeom prst="roundRect">
            <a:avLst/>
          </a:prstGeom>
          <a:solidFill>
            <a:srgbClr val="141E31"/>
          </a:solidFill>
          <a:ln w="15875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55080" y="1828800"/>
            <a:ext cx="2057400" cy="2605842"/>
          </a:xfrm>
          <a:prstGeom prst="rect">
            <a:avLst/>
          </a:prstGeom>
          <a:noFill/>
          <a:ln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10B981"/>
                </a:solidFill>
                <a:latin typeface="Segoe UI"/>
              </a:defRPr>
            </a:pPr>
            <a:r>
              <a:rPr lang="fr-FR" dirty="0">
                <a:solidFill>
                  <a:srgbClr val="34D399"/>
                </a:solidFill>
              </a:rPr>
              <a:t>3. Évolutive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Segoe UI"/>
              </a:defRPr>
            </a:pPr>
            <a:r>
              <a:rPr lang="fr-FR" b="1" dirty="0">
                <a:solidFill>
                  <a:srgbClr val="CBD5E1"/>
                </a:solidFill>
              </a:rPr>
              <a:t>Ajouter des fonctionnalités.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Segoe UI"/>
              </a:defRPr>
            </a:pPr>
            <a:r>
              <a:rPr lang="fr-FR" dirty="0">
                <a:solidFill>
                  <a:srgbClr val="CBD5E1"/>
                </a:solidFill>
              </a:rPr>
              <a:t>Demandes de confort ou métier, par exemple :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  <a:defRPr sz="1200">
                <a:solidFill>
                  <a:srgbClr val="0F172A"/>
                </a:solidFill>
                <a:latin typeface="Segoe UI"/>
              </a:defRPr>
            </a:pPr>
            <a:r>
              <a:rPr lang="fr-FR" dirty="0">
                <a:solidFill>
                  <a:srgbClr val="CBD5E1"/>
                </a:solidFill>
              </a:rPr>
              <a:t>Nouveaux boutons, exports PDF.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  <a:defRPr sz="1200">
                <a:solidFill>
                  <a:srgbClr val="0F172A"/>
                </a:solidFill>
                <a:latin typeface="Segoe UI"/>
              </a:defRPr>
            </a:pPr>
            <a:r>
              <a:rPr lang="fr-FR" dirty="0">
                <a:solidFill>
                  <a:srgbClr val="CBD5E1"/>
                </a:solidFill>
              </a:rPr>
              <a:t>Connexion Google / </a:t>
            </a:r>
            <a:r>
              <a:rPr lang="fr-FR" dirty="0" err="1">
                <a:solidFill>
                  <a:srgbClr val="CBD5E1"/>
                </a:solidFill>
              </a:rPr>
              <a:t>FranceConnect</a:t>
            </a:r>
            <a:r>
              <a:rPr lang="fr-FR" dirty="0">
                <a:solidFill>
                  <a:srgbClr val="CBD5E1"/>
                </a:solidFill>
              </a:rPr>
              <a:t>.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  <a:defRPr sz="1200">
                <a:solidFill>
                  <a:srgbClr val="0F172A"/>
                </a:solidFill>
                <a:latin typeface="Segoe UI"/>
              </a:defRPr>
            </a:pPr>
            <a:r>
              <a:rPr lang="fr-FR" dirty="0">
                <a:solidFill>
                  <a:srgbClr val="CBD5E1"/>
                </a:solidFill>
              </a:rPr>
              <a:t>Amélioration de l'UX et des performances.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  <a:defRPr sz="1200">
                <a:solidFill>
                  <a:srgbClr val="0F172A"/>
                </a:solidFill>
                <a:latin typeface="Segoe UI"/>
              </a:defRPr>
            </a:pPr>
            <a:r>
              <a:rPr lang="fr-FR" dirty="0">
                <a:solidFill>
                  <a:srgbClr val="CBD5E1"/>
                </a:solidFill>
              </a:rPr>
              <a:t>…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823960" y="1645920"/>
            <a:ext cx="2514600" cy="4572000"/>
          </a:xfrm>
          <a:prstGeom prst="roundRect">
            <a:avLst/>
          </a:prstGeom>
          <a:solidFill>
            <a:srgbClr val="141E31"/>
          </a:solidFill>
          <a:ln w="15875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052560" y="1828800"/>
            <a:ext cx="2057400" cy="2867452"/>
          </a:xfrm>
          <a:prstGeom prst="rect">
            <a:avLst/>
          </a:prstGeom>
          <a:noFill/>
          <a:ln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8B5CF6"/>
                </a:solidFill>
                <a:latin typeface="Segoe UI"/>
              </a:defRPr>
            </a:pPr>
            <a:r>
              <a:rPr lang="fr-FR" dirty="0">
                <a:solidFill>
                  <a:srgbClr val="A78BFA"/>
                </a:solidFill>
              </a:rPr>
              <a:t>4. Préventive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Segoe UI"/>
              </a:defRPr>
            </a:pPr>
            <a:r>
              <a:rPr lang="fr-FR" b="1" dirty="0">
                <a:solidFill>
                  <a:srgbClr val="CBD5E1"/>
                </a:solidFill>
              </a:rPr>
              <a:t>Anticiper les pannes futures.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Segoe UI"/>
              </a:defRPr>
            </a:pPr>
            <a:r>
              <a:rPr lang="fr-FR" dirty="0">
                <a:solidFill>
                  <a:srgbClr val="CBD5E1"/>
                </a:solidFill>
              </a:rPr>
              <a:t>Maintenance invisible mais cruciale, par exemple :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  <a:defRPr sz="1200">
                <a:solidFill>
                  <a:srgbClr val="0F172A"/>
                </a:solidFill>
                <a:latin typeface="Segoe UI"/>
              </a:defRPr>
            </a:pPr>
            <a:r>
              <a:rPr lang="fr-FR" dirty="0" err="1">
                <a:solidFill>
                  <a:srgbClr val="CBD5E1"/>
                </a:solidFill>
              </a:rPr>
              <a:t>Refactoring</a:t>
            </a:r>
            <a:r>
              <a:rPr lang="fr-FR" dirty="0">
                <a:solidFill>
                  <a:srgbClr val="CBD5E1"/>
                </a:solidFill>
              </a:rPr>
              <a:t> de code obscur.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  <a:defRPr sz="1200">
                <a:solidFill>
                  <a:srgbClr val="0F172A"/>
                </a:solidFill>
                <a:latin typeface="Segoe UI"/>
              </a:defRPr>
            </a:pPr>
            <a:r>
              <a:rPr lang="fr-FR" dirty="0">
                <a:solidFill>
                  <a:srgbClr val="CBD5E1"/>
                </a:solidFill>
              </a:rPr>
              <a:t>Patchs de failles de sécurité (CVE).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  <a:defRPr sz="1200">
                <a:solidFill>
                  <a:srgbClr val="0F172A"/>
                </a:solidFill>
                <a:latin typeface="Segoe UI"/>
              </a:defRPr>
            </a:pPr>
            <a:r>
              <a:rPr lang="fr-FR" dirty="0">
                <a:solidFill>
                  <a:srgbClr val="CBD5E1"/>
                </a:solidFill>
              </a:rPr>
              <a:t>Archivage des logs pour éviter la saturation du disque.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  <a:defRPr sz="1200">
                <a:solidFill>
                  <a:srgbClr val="0F172A"/>
                </a:solidFill>
                <a:latin typeface="Segoe UI"/>
              </a:defRPr>
            </a:pPr>
            <a:r>
              <a:rPr lang="fr-FR" dirty="0">
                <a:solidFill>
                  <a:srgbClr val="CBD5E1"/>
                </a:solidFill>
              </a:rPr>
              <a:t>…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  <a:defRPr sz="1200">
                <a:solidFill>
                  <a:srgbClr val="0F172A"/>
                </a:solidFill>
                <a:latin typeface="Segoe UI"/>
              </a:defRPr>
            </a:pPr>
            <a:endParaRPr lang="fr-FR" dirty="0">
              <a:solidFill>
                <a:srgbClr val="CBD5E1"/>
              </a:solidFill>
            </a:endParaRPr>
          </a:p>
        </p:txBody>
      </p:sp>
      <p:pic>
        <p:nvPicPr>
          <p:cNvPr id="18" name="Image 17" descr="a man is working on a wall and the word fixed is above him">
            <a:extLst>
              <a:ext uri="{FF2B5EF4-FFF2-40B4-BE49-F238E27FC236}">
                <a16:creationId xmlns:a16="http://schemas.microsoft.com/office/drawing/2014/main" id="{AFEBF362-8E39-D702-993D-F5B1C33C8D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1070" y="4787967"/>
            <a:ext cx="2095500" cy="866775"/>
          </a:xfrm>
          <a:prstGeom prst="rect">
            <a:avLst/>
          </a:prstGeom>
        </p:spPr>
      </p:pic>
      <p:pic>
        <p:nvPicPr>
          <p:cNvPr id="19" name="Image 18" descr="a man with his arms outstretched is talking to a woman in a kitchen .">
            <a:extLst>
              <a:ext uri="{FF2B5EF4-FFF2-40B4-BE49-F238E27FC236}">
                <a16:creationId xmlns:a16="http://schemas.microsoft.com/office/drawing/2014/main" id="{931964CB-7167-0242-21B1-CFEB319236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9500" y="4803973"/>
            <a:ext cx="2095500" cy="1133475"/>
          </a:xfrm>
          <a:prstGeom prst="rect">
            <a:avLst/>
          </a:prstGeom>
        </p:spPr>
      </p:pic>
      <p:pic>
        <p:nvPicPr>
          <p:cNvPr id="20" name="Image 19" descr="charmeleon evolved into charizard in pokemon .">
            <a:extLst>
              <a:ext uri="{FF2B5EF4-FFF2-40B4-BE49-F238E27FC236}">
                <a16:creationId xmlns:a16="http://schemas.microsoft.com/office/drawing/2014/main" id="{2137C1BF-A472-A49E-09D5-2F9C272EC9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0881" y="4489337"/>
            <a:ext cx="1796163" cy="1616547"/>
          </a:xfrm>
          <a:prstGeom prst="rect">
            <a:avLst/>
          </a:prstGeom>
        </p:spPr>
      </p:pic>
      <p:pic>
        <p:nvPicPr>
          <p:cNvPr id="21" name="Image 20" descr="a woman is holding a crystal ball in front of her face .">
            <a:extLst>
              <a:ext uri="{FF2B5EF4-FFF2-40B4-BE49-F238E27FC236}">
                <a16:creationId xmlns:a16="http://schemas.microsoft.com/office/drawing/2014/main" id="{44112475-26A9-36C7-E430-1BA132D3865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43801" y="4601851"/>
            <a:ext cx="1461818" cy="146181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169277"/>
          </a:xfrm>
          <a:prstGeom prst="rect">
            <a:avLst/>
          </a:prstGeom>
          <a:noFill/>
          <a:ln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Segoe UI"/>
              </a:defRPr>
            </a:pPr>
            <a:r>
              <a:rPr lang="fr-FR">
                <a:solidFill>
                  <a:srgbClr val="38BDF8"/>
                </a:solidFill>
              </a:rPr>
              <a:t>CHAPITRE 2 : TYPOLOGIE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369332"/>
          </a:xfrm>
          <a:prstGeom prst="rect">
            <a:avLst/>
          </a:prstGeom>
          <a:noFill/>
          <a:ln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"/>
              </a:defRPr>
            </a:pPr>
            <a:r>
              <a:rPr lang="fr-FR" dirty="0">
                <a:solidFill>
                  <a:srgbClr val="F8FAFC"/>
                </a:solidFill>
              </a:rPr>
              <a:t>Focus Correctif : Palliatif vs Curatif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371600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1828800"/>
            <a:ext cx="4663440" cy="2128788"/>
          </a:xfrm>
          <a:prstGeom prst="rect">
            <a:avLst/>
          </a:prstGeom>
          <a:noFill/>
          <a:ln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59E0B"/>
                </a:solidFill>
                <a:latin typeface="Segoe UI"/>
              </a:defRPr>
            </a:pPr>
            <a:r>
              <a:rPr lang="fr-FR" dirty="0">
                <a:solidFill>
                  <a:srgbClr val="FBBF24"/>
                </a:solidFill>
              </a:rPr>
              <a:t>Maintenance Palliative (</a:t>
            </a:r>
            <a:r>
              <a:rPr lang="fr-FR" dirty="0" err="1">
                <a:solidFill>
                  <a:srgbClr val="FBBF24"/>
                </a:solidFill>
              </a:rPr>
              <a:t>Workaround</a:t>
            </a:r>
            <a:r>
              <a:rPr lang="fr-FR" dirty="0">
                <a:solidFill>
                  <a:srgbClr val="FBBF24"/>
                </a:solidFill>
              </a:rPr>
              <a:t>)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Segoe UI"/>
              </a:defRPr>
            </a:pPr>
            <a:r>
              <a:rPr lang="fr-FR" b="1" dirty="0">
                <a:solidFill>
                  <a:srgbClr val="CBD5E1"/>
                </a:solidFill>
              </a:rPr>
              <a:t>Objectif : Débloquer l'utilisateur dans l'urgence.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Segoe UI"/>
              </a:defRPr>
            </a:pPr>
            <a:r>
              <a:rPr lang="fr-FR" dirty="0">
                <a:solidFill>
                  <a:srgbClr val="CBD5E1"/>
                </a:solidFill>
              </a:rPr>
              <a:t>On ne résout pas la cause racine du problème.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Segoe UI"/>
              </a:defRPr>
            </a:pPr>
            <a:r>
              <a:rPr lang="fr-FR" dirty="0">
                <a:solidFill>
                  <a:srgbClr val="CBD5E1"/>
                </a:solidFill>
              </a:rPr>
              <a:t>Exemples réels :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  <a:defRPr sz="1200">
                <a:solidFill>
                  <a:srgbClr val="0F172A"/>
                </a:solidFill>
                <a:latin typeface="Segoe UI"/>
              </a:defRPr>
            </a:pPr>
            <a:r>
              <a:rPr lang="fr-FR" dirty="0">
                <a:solidFill>
                  <a:srgbClr val="CBD5E1"/>
                </a:solidFill>
              </a:rPr>
              <a:t>Redémarrer un service planté ou vider le cache.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  <a:defRPr sz="1200">
                <a:solidFill>
                  <a:srgbClr val="0F172A"/>
                </a:solidFill>
                <a:latin typeface="Segoe UI"/>
              </a:defRPr>
            </a:pPr>
            <a:r>
              <a:rPr lang="fr-FR" dirty="0">
                <a:solidFill>
                  <a:srgbClr val="CBD5E1"/>
                </a:solidFill>
              </a:rPr>
              <a:t>Corriger manuellement une valeur en base de données.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  <a:defRPr sz="1200">
                <a:solidFill>
                  <a:srgbClr val="0F172A"/>
                </a:solidFill>
                <a:latin typeface="Segoe UI"/>
              </a:defRPr>
            </a:pPr>
            <a:r>
              <a:rPr lang="fr-FR" dirty="0">
                <a:solidFill>
                  <a:srgbClr val="CBD5E1"/>
                </a:solidFill>
              </a:rPr>
              <a:t>Désactiver temporairement un bouton en panne.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Segoe UI"/>
              </a:defRPr>
            </a:pPr>
            <a:r>
              <a:rPr lang="fr-FR" dirty="0">
                <a:solidFill>
                  <a:srgbClr val="CBD5E1"/>
                </a:solidFill>
              </a:rPr>
              <a:t>⚠️ Danger : Si on ne fait que du palliatif, le bug réapparaîtra !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1828800"/>
            <a:ext cx="4663440" cy="2128788"/>
          </a:xfrm>
          <a:prstGeom prst="rect">
            <a:avLst/>
          </a:prstGeom>
          <a:noFill/>
          <a:ln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10B981"/>
                </a:solidFill>
                <a:latin typeface="Segoe UI"/>
              </a:defRPr>
            </a:pPr>
            <a:r>
              <a:rPr lang="fr-FR" dirty="0">
                <a:solidFill>
                  <a:srgbClr val="34D399"/>
                </a:solidFill>
              </a:rPr>
              <a:t>Maintenance Curative (Définitive)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Segoe UI"/>
              </a:defRPr>
            </a:pPr>
            <a:r>
              <a:rPr lang="fr-FR" b="1" dirty="0">
                <a:solidFill>
                  <a:srgbClr val="CBD5E1"/>
                </a:solidFill>
              </a:rPr>
              <a:t>Objectif : Éradiquer définitivement le bug.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Segoe UI"/>
              </a:defRPr>
            </a:pPr>
            <a:r>
              <a:rPr lang="fr-FR" dirty="0">
                <a:solidFill>
                  <a:srgbClr val="CBD5E1"/>
                </a:solidFill>
              </a:rPr>
              <a:t>Méthode d'investigation :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  <a:defRPr sz="1200">
                <a:solidFill>
                  <a:srgbClr val="0F172A"/>
                </a:solidFill>
                <a:latin typeface="Segoe UI"/>
              </a:defRPr>
            </a:pPr>
            <a:r>
              <a:rPr lang="fr-FR" dirty="0">
                <a:solidFill>
                  <a:srgbClr val="CBD5E1"/>
                </a:solidFill>
              </a:rPr>
              <a:t>Trouver la cause racine (Root Cause </a:t>
            </a:r>
            <a:r>
              <a:rPr lang="fr-FR" dirty="0" err="1">
                <a:solidFill>
                  <a:srgbClr val="CBD5E1"/>
                </a:solidFill>
              </a:rPr>
              <a:t>Analysis</a:t>
            </a:r>
            <a:r>
              <a:rPr lang="fr-FR" dirty="0">
                <a:solidFill>
                  <a:srgbClr val="CBD5E1"/>
                </a:solidFill>
              </a:rPr>
              <a:t>).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  <a:defRPr sz="1200">
                <a:solidFill>
                  <a:srgbClr val="0F172A"/>
                </a:solidFill>
                <a:latin typeface="Segoe UI"/>
              </a:defRPr>
            </a:pPr>
            <a:r>
              <a:rPr lang="fr-FR" dirty="0">
                <a:solidFill>
                  <a:srgbClr val="CBD5E1"/>
                </a:solidFill>
              </a:rPr>
              <a:t>Modifier le code source ou la structure BDD.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  <a:defRPr sz="1200">
                <a:solidFill>
                  <a:srgbClr val="0F172A"/>
                </a:solidFill>
                <a:latin typeface="Segoe UI"/>
              </a:defRPr>
            </a:pPr>
            <a:r>
              <a:rPr lang="fr-FR" dirty="0">
                <a:solidFill>
                  <a:srgbClr val="CBD5E1"/>
                </a:solidFill>
              </a:rPr>
              <a:t>Tester le correctif en local et en recette.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  <a:defRPr sz="1200">
                <a:solidFill>
                  <a:srgbClr val="0F172A"/>
                </a:solidFill>
                <a:latin typeface="Segoe UI"/>
              </a:defRPr>
            </a:pPr>
            <a:r>
              <a:rPr lang="fr-FR" dirty="0">
                <a:solidFill>
                  <a:srgbClr val="CBD5E1"/>
                </a:solidFill>
              </a:rPr>
              <a:t>Rédiger un Test de Non-Régression pour empêcher qu'il revienne.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Segoe UI"/>
              </a:defRPr>
            </a:pPr>
            <a:r>
              <a:rPr lang="fr-FR" dirty="0">
                <a:solidFill>
                  <a:srgbClr val="CBD5E1"/>
                </a:solidFill>
              </a:rPr>
              <a:t>✅ C'est le vrai travail d'ingénierie logicielle.</a:t>
            </a:r>
          </a:p>
        </p:txBody>
      </p:sp>
      <p:pic>
        <p:nvPicPr>
          <p:cNvPr id="12" name="Image 11" descr="a group of women are dancing on a stage with the words &quot; ca s'en va et ca revient &quot; on the bottom">
            <a:extLst>
              <a:ext uri="{FF2B5EF4-FFF2-40B4-BE49-F238E27FC236}">
                <a16:creationId xmlns:a16="http://schemas.microsoft.com/office/drawing/2014/main" id="{B8D75F2B-9879-EFAC-8E0D-1C74AD5EF2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2691" y="4156577"/>
            <a:ext cx="2541917" cy="1906438"/>
          </a:xfrm>
          <a:prstGeom prst="rect">
            <a:avLst/>
          </a:prstGeom>
        </p:spPr>
      </p:pic>
      <p:pic>
        <p:nvPicPr>
          <p:cNvPr id="13" name="Image 12" descr="a cartoon of homer simpson holding a bat in a field">
            <a:extLst>
              <a:ext uri="{FF2B5EF4-FFF2-40B4-BE49-F238E27FC236}">
                <a16:creationId xmlns:a16="http://schemas.microsoft.com/office/drawing/2014/main" id="{C447975F-8FA2-47C7-D10D-8EB1195548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1233" y="4323983"/>
            <a:ext cx="2095500" cy="157162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169277"/>
          </a:xfrm>
          <a:prstGeom prst="rect">
            <a:avLst/>
          </a:prstGeom>
          <a:noFill/>
          <a:ln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Segoe UI"/>
              </a:defRPr>
            </a:pPr>
            <a:r>
              <a:rPr lang="fr-FR">
                <a:solidFill>
                  <a:srgbClr val="38BDF8"/>
                </a:solidFill>
              </a:rPr>
              <a:t>CHAPITRE 3 : ORGANISATION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369332"/>
          </a:xfrm>
          <a:prstGeom prst="rect">
            <a:avLst/>
          </a:prstGeom>
          <a:noFill/>
          <a:ln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"/>
              </a:defRPr>
            </a:pPr>
            <a:r>
              <a:rPr lang="fr-FR">
                <a:solidFill>
                  <a:srgbClr val="F8FAFC"/>
                </a:solidFill>
              </a:rPr>
              <a:t>L'Écosystème Entreprise : MCO, Infogérance, TMA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371600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383280" cy="4389120"/>
          </a:xfrm>
          <a:prstGeom prst="roundRect">
            <a:avLst/>
          </a:prstGeom>
          <a:solidFill>
            <a:srgbClr val="141E31"/>
          </a:solidFill>
          <a:ln w="15875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1828800"/>
            <a:ext cx="2926080" cy="2667397"/>
          </a:xfrm>
          <a:prstGeom prst="rect">
            <a:avLst/>
          </a:prstGeom>
          <a:noFill/>
          <a:ln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2563EB"/>
                </a:solidFill>
                <a:latin typeface="Segoe UI"/>
              </a:defRPr>
            </a:pPr>
            <a:r>
              <a:rPr lang="fr-FR" dirty="0">
                <a:solidFill>
                  <a:srgbClr val="38BDF8"/>
                </a:solidFill>
              </a:rPr>
              <a:t>MCO (Maintien en Conditions Opérationnelles)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Segoe UI"/>
              </a:defRPr>
            </a:pPr>
            <a:r>
              <a:rPr lang="fr-FR" b="1" dirty="0">
                <a:solidFill>
                  <a:srgbClr val="CBD5E1"/>
                </a:solidFill>
              </a:rPr>
              <a:t>Ensemble des processus opérationnels au quotidien.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  <a:defRPr sz="1200">
                <a:solidFill>
                  <a:srgbClr val="0F172A"/>
                </a:solidFill>
                <a:latin typeface="Segoe UI"/>
              </a:defRPr>
            </a:pPr>
            <a:r>
              <a:rPr lang="fr-FR" dirty="0">
                <a:solidFill>
                  <a:srgbClr val="CBD5E1"/>
                </a:solidFill>
              </a:rPr>
              <a:t>Surveillance des serveurs, logs et métriques.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  <a:defRPr sz="1200">
                <a:solidFill>
                  <a:srgbClr val="0F172A"/>
                </a:solidFill>
                <a:latin typeface="Segoe UI"/>
              </a:defRPr>
            </a:pPr>
            <a:r>
              <a:rPr lang="fr-FR" dirty="0">
                <a:solidFill>
                  <a:srgbClr val="CBD5E1"/>
                </a:solidFill>
              </a:rPr>
              <a:t>Application des sauvegardes régulières.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  <a:defRPr sz="1200">
                <a:solidFill>
                  <a:srgbClr val="0F172A"/>
                </a:solidFill>
                <a:latin typeface="Segoe UI"/>
              </a:defRPr>
            </a:pPr>
            <a:r>
              <a:rPr lang="fr-FR" dirty="0">
                <a:solidFill>
                  <a:srgbClr val="CBD5E1"/>
                </a:solidFill>
              </a:rPr>
              <a:t>…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  <a:defRPr sz="1200">
                <a:solidFill>
                  <a:srgbClr val="0F172A"/>
                </a:solidFill>
                <a:latin typeface="Segoe UI"/>
              </a:defRPr>
            </a:pPr>
            <a:endParaRPr lang="fr-FR" dirty="0">
              <a:solidFill>
                <a:srgbClr val="CBD5E1"/>
              </a:solidFill>
            </a:endParaRP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Segoe UI"/>
              </a:defRPr>
            </a:pPr>
            <a:r>
              <a:rPr lang="fr-FR" dirty="0">
                <a:solidFill>
                  <a:srgbClr val="CBD5E1"/>
                </a:solidFill>
              </a:rPr>
              <a:t>Objectif : Garantir que l'application reste allumée et opérationnelle.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645920"/>
            <a:ext cx="3383280" cy="4389120"/>
          </a:xfrm>
          <a:prstGeom prst="roundRect">
            <a:avLst/>
          </a:prstGeom>
          <a:solidFill>
            <a:srgbClr val="141E31"/>
          </a:solidFill>
          <a:ln w="15875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17720" y="1828800"/>
            <a:ext cx="2926080" cy="2159566"/>
          </a:xfrm>
          <a:prstGeom prst="rect">
            <a:avLst/>
          </a:prstGeom>
          <a:noFill/>
          <a:ln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59E0B"/>
                </a:solidFill>
                <a:latin typeface="Segoe UI"/>
              </a:defRPr>
            </a:pPr>
            <a:r>
              <a:rPr lang="fr-FR" dirty="0">
                <a:solidFill>
                  <a:srgbClr val="FBBF24"/>
                </a:solidFill>
              </a:rPr>
              <a:t>Infogérance vs Hébergement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Segoe UI"/>
              </a:defRPr>
            </a:pPr>
            <a:r>
              <a:rPr lang="fr-FR" b="1" dirty="0">
                <a:solidFill>
                  <a:srgbClr val="CBD5E1"/>
                </a:solidFill>
              </a:rPr>
              <a:t>Gestion déléguée de l'infrastructure.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  <a:defRPr sz="1200">
                <a:solidFill>
                  <a:srgbClr val="0F172A"/>
                </a:solidFill>
                <a:latin typeface="Segoe UI"/>
              </a:defRPr>
            </a:pPr>
            <a:r>
              <a:rPr lang="fr-FR" dirty="0">
                <a:solidFill>
                  <a:srgbClr val="CBD5E1"/>
                </a:solidFill>
              </a:rPr>
              <a:t>Serveurs physiques, machines virtuelles, Cloud (AWS, Azure, OVH, …).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  <a:defRPr sz="1200">
                <a:solidFill>
                  <a:srgbClr val="0F172A"/>
                </a:solidFill>
                <a:latin typeface="Segoe UI"/>
              </a:defRPr>
            </a:pPr>
            <a:r>
              <a:rPr lang="fr-FR" dirty="0">
                <a:solidFill>
                  <a:srgbClr val="CBD5E1"/>
                </a:solidFill>
              </a:rPr>
              <a:t>Réseaux, pare-feu, AD, mises à jour de sécurité des l’OS, etc…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Segoe UI"/>
              </a:defRPr>
            </a:pPr>
            <a:endParaRPr lang="fr-FR" b="1" dirty="0">
              <a:solidFill>
                <a:srgbClr val="CBD5E1"/>
              </a:solidFill>
            </a:endParaRP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Segoe UI"/>
              </a:defRPr>
            </a:pPr>
            <a:r>
              <a:rPr lang="fr-FR" b="1" dirty="0">
                <a:solidFill>
                  <a:srgbClr val="CBD5E1"/>
                </a:solidFill>
              </a:rPr>
              <a:t>Ne touche pas directement au code applicatif.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645920"/>
            <a:ext cx="3383280" cy="4389120"/>
          </a:xfrm>
          <a:prstGeom prst="roundRect">
            <a:avLst/>
          </a:prstGeom>
          <a:solidFill>
            <a:srgbClr val="141E31"/>
          </a:solidFill>
          <a:ln w="15875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75320" y="1828800"/>
            <a:ext cx="2926080" cy="2421176"/>
          </a:xfrm>
          <a:prstGeom prst="rect">
            <a:avLst/>
          </a:prstGeom>
          <a:noFill/>
          <a:ln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8B5CF6"/>
                </a:solidFill>
                <a:latin typeface="Segoe UI"/>
              </a:defRPr>
            </a:pPr>
            <a:r>
              <a:rPr lang="fr-FR" dirty="0">
                <a:solidFill>
                  <a:srgbClr val="A78BFA"/>
                </a:solidFill>
              </a:rPr>
              <a:t>TMA (Tierce Maintenance)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Segoe UI"/>
              </a:defRPr>
            </a:pPr>
            <a:r>
              <a:rPr lang="fr-FR" b="1" dirty="0">
                <a:solidFill>
                  <a:srgbClr val="CBD5E1"/>
                </a:solidFill>
              </a:rPr>
              <a:t>Contrat passé avec une ESN (prestataire externe).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  <a:defRPr sz="1200">
                <a:solidFill>
                  <a:srgbClr val="0F172A"/>
                </a:solidFill>
                <a:latin typeface="Segoe UI"/>
              </a:defRPr>
            </a:pPr>
            <a:r>
              <a:rPr lang="fr-FR" dirty="0">
                <a:solidFill>
                  <a:srgbClr val="CBD5E1"/>
                </a:solidFill>
              </a:rPr>
              <a:t>L'entreprise cliente confie la maintenance du code source à des développeurs dédiés.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  <a:defRPr sz="1200">
                <a:solidFill>
                  <a:srgbClr val="0F172A"/>
                </a:solidFill>
                <a:latin typeface="Segoe UI"/>
              </a:defRPr>
            </a:pPr>
            <a:r>
              <a:rPr lang="fr-FR" dirty="0">
                <a:solidFill>
                  <a:srgbClr val="CBD5E1"/>
                </a:solidFill>
              </a:rPr>
              <a:t>Modèles : </a:t>
            </a:r>
          </a:p>
          <a:p>
            <a:pPr marL="628650" lvl="1" indent="-171450">
              <a:spcAft>
                <a:spcPts val="600"/>
              </a:spcAft>
              <a:buFont typeface="Arial" panose="020B0604020202020204" pitchFamily="34" charset="0"/>
              <a:buChar char="•"/>
              <a:defRPr sz="1200">
                <a:solidFill>
                  <a:srgbClr val="0F172A"/>
                </a:solidFill>
                <a:latin typeface="Segoe UI"/>
              </a:defRPr>
            </a:pPr>
            <a:r>
              <a:rPr lang="fr-FR" dirty="0">
                <a:solidFill>
                  <a:srgbClr val="CBD5E1"/>
                </a:solidFill>
              </a:rPr>
              <a:t>forfaits (ex: 10 jours/homme par mois)</a:t>
            </a:r>
          </a:p>
          <a:p>
            <a:pPr marL="628650" lvl="1" indent="-171450">
              <a:spcAft>
                <a:spcPts val="600"/>
              </a:spcAft>
              <a:buFont typeface="Arial" panose="020B0604020202020204" pitchFamily="34" charset="0"/>
              <a:buChar char="•"/>
              <a:defRPr sz="1200">
                <a:solidFill>
                  <a:srgbClr val="0F172A"/>
                </a:solidFill>
                <a:latin typeface="Segoe UI"/>
              </a:defRPr>
            </a:pPr>
            <a:r>
              <a:rPr lang="fr-FR" dirty="0">
                <a:solidFill>
                  <a:srgbClr val="CBD5E1"/>
                </a:solidFill>
              </a:rPr>
              <a:t>ticket par ticket.</a:t>
            </a:r>
          </a:p>
        </p:txBody>
      </p:sp>
      <p:pic>
        <p:nvPicPr>
          <p:cNvPr id="15" name="Image 14" descr="a man in a blue shirt is clapping with the words backup backup above him">
            <a:extLst>
              <a:ext uri="{FF2B5EF4-FFF2-40B4-BE49-F238E27FC236}">
                <a16:creationId xmlns:a16="http://schemas.microsoft.com/office/drawing/2014/main" id="{ADD4BA45-020C-BFF2-6E60-D4BC0078C7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7347" y="4621530"/>
            <a:ext cx="1571625" cy="1181100"/>
          </a:xfrm>
          <a:prstGeom prst="rect">
            <a:avLst/>
          </a:prstGeom>
        </p:spPr>
      </p:pic>
      <p:pic>
        <p:nvPicPr>
          <p:cNvPr id="16" name="Image 15" descr="an advertisement for only murders in the building">
            <a:extLst>
              <a:ext uri="{FF2B5EF4-FFF2-40B4-BE49-F238E27FC236}">
                <a16:creationId xmlns:a16="http://schemas.microsoft.com/office/drawing/2014/main" id="{716A2198-E98B-FD74-9BC9-9429124AA2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47018" y="4295146"/>
            <a:ext cx="1571625" cy="1571625"/>
          </a:xfrm>
          <a:prstGeom prst="rect">
            <a:avLst/>
          </a:prstGeom>
        </p:spPr>
      </p:pic>
      <p:pic>
        <p:nvPicPr>
          <p:cNvPr id="17" name="Image 16" descr="a black cat is laying on the floor next to headphones and the words tech support">
            <a:extLst>
              <a:ext uri="{FF2B5EF4-FFF2-40B4-BE49-F238E27FC236}">
                <a16:creationId xmlns:a16="http://schemas.microsoft.com/office/drawing/2014/main" id="{E964486C-BA0C-A00B-03EF-F096854B88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79238" y="4249976"/>
            <a:ext cx="2095500" cy="154305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169277"/>
          </a:xfrm>
          <a:prstGeom prst="rect">
            <a:avLst/>
          </a:prstGeom>
          <a:noFill/>
          <a:ln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Segoe UI"/>
              </a:defRPr>
            </a:pPr>
            <a:r>
              <a:rPr lang="fr-FR">
                <a:solidFill>
                  <a:srgbClr val="38BDF8"/>
                </a:solidFill>
              </a:rPr>
              <a:t>CHAPITRE 3 : ORGANISATION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369332"/>
          </a:xfrm>
          <a:prstGeom prst="rect">
            <a:avLst/>
          </a:prstGeom>
          <a:noFill/>
          <a:ln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"/>
              </a:defRPr>
            </a:pPr>
            <a:r>
              <a:rPr lang="fr-FR">
                <a:solidFill>
                  <a:srgbClr val="F8FAFC"/>
                </a:solidFill>
              </a:rPr>
              <a:t>Les Engagements Contractuels : SLA, GTI, GTR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371600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8890808"/>
              </p:ext>
            </p:extLst>
          </p:nvPr>
        </p:nvGraphicFramePr>
        <p:xfrm>
          <a:off x="731520" y="1645920"/>
          <a:ext cx="1069848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2296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0EA5E9"/>
                          </a:solidFill>
                          <a:latin typeface="Segoe UI"/>
                        </a:defRPr>
                      </a:pPr>
                      <a:r>
                        <a:rPr lang="fr-FR" b="1">
                          <a:solidFill>
                            <a:srgbClr val="38BDF8"/>
                          </a:solidFill>
                        </a:rPr>
                        <a:t>Indicateur</a:t>
                      </a:r>
                    </a:p>
                  </a:txBody>
                  <a:tcPr>
                    <a:solidFill>
                      <a:srgbClr val="1724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0EA5E9"/>
                          </a:solidFill>
                          <a:latin typeface="Segoe UI"/>
                        </a:defRPr>
                      </a:pPr>
                      <a:r>
                        <a:rPr lang="fr-FR" b="1">
                          <a:solidFill>
                            <a:srgbClr val="38BDF8"/>
                          </a:solidFill>
                        </a:rPr>
                        <a:t>Signification</a:t>
                      </a:r>
                    </a:p>
                  </a:txBody>
                  <a:tcPr>
                    <a:solidFill>
                      <a:srgbClr val="1724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0EA5E9"/>
                          </a:solidFill>
                          <a:latin typeface="Segoe UI"/>
                        </a:defRPr>
                      </a:pPr>
                      <a:r>
                        <a:rPr lang="fr-FR" b="1">
                          <a:solidFill>
                            <a:srgbClr val="38BDF8"/>
                          </a:solidFill>
                        </a:rPr>
                        <a:t>Rôle concret</a:t>
                      </a:r>
                    </a:p>
                  </a:txBody>
                  <a:tcPr>
                    <a:solidFill>
                      <a:srgbClr val="1724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0EA5E9"/>
                          </a:solidFill>
                          <a:latin typeface="Segoe UI"/>
                        </a:defRPr>
                      </a:pPr>
                      <a:r>
                        <a:rPr lang="fr-FR" b="1">
                          <a:solidFill>
                            <a:srgbClr val="38BDF8"/>
                          </a:solidFill>
                        </a:rPr>
                        <a:t>Exemple type (Incident bloquant)</a:t>
                      </a:r>
                    </a:p>
                  </a:txBody>
                  <a:tcPr>
                    <a:solidFill>
                      <a:srgbClr val="1724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rPr lang="fr-FR" b="1">
                          <a:solidFill>
                            <a:srgbClr val="CBD5E1"/>
                          </a:solidFill>
                        </a:rPr>
                        <a:t>SLA</a:t>
                      </a:r>
                    </a:p>
                  </a:txBody>
                  <a:tcPr>
                    <a:solidFill>
                      <a:srgbClr val="141E3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rPr lang="fr-FR">
                          <a:solidFill>
                            <a:srgbClr val="CBD5E1"/>
                          </a:solidFill>
                        </a:rPr>
                        <a:t>Service Level Agreement</a:t>
                      </a:r>
                    </a:p>
                  </a:txBody>
                  <a:tcPr>
                    <a:solidFill>
                      <a:srgbClr val="141E3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rPr lang="fr-FR">
                          <a:solidFill>
                            <a:srgbClr val="CBD5E1"/>
                          </a:solidFill>
                        </a:rPr>
                        <a:t>Contrat global définissant le niveau de qualité et pénalités</a:t>
                      </a:r>
                    </a:p>
                  </a:txBody>
                  <a:tcPr>
                    <a:solidFill>
                      <a:srgbClr val="141E3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rPr lang="fr-FR">
                          <a:solidFill>
                            <a:srgbClr val="CBD5E1"/>
                          </a:solidFill>
                        </a:rPr>
                        <a:t>Disponibilité 99.9% (max 43 min d'arrêt / mois)</a:t>
                      </a:r>
                    </a:p>
                  </a:txBody>
                  <a:tcPr>
                    <a:solidFill>
                      <a:srgbClr val="141E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rPr lang="fr-FR" b="1">
                          <a:solidFill>
                            <a:srgbClr val="CBD5E1"/>
                          </a:solidFill>
                        </a:rPr>
                        <a:t>GTI</a:t>
                      </a:r>
                    </a:p>
                  </a:txBody>
                  <a:tcPr>
                    <a:solidFill>
                      <a:srgbClr val="10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rPr lang="fr-FR">
                          <a:solidFill>
                            <a:srgbClr val="CBD5E1"/>
                          </a:solidFill>
                        </a:rPr>
                        <a:t>Garantie de Temps d'Intervention</a:t>
                      </a:r>
                    </a:p>
                  </a:txBody>
                  <a:tcPr>
                    <a:solidFill>
                      <a:srgbClr val="10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rPr lang="fr-FR">
                          <a:solidFill>
                            <a:srgbClr val="CBD5E1"/>
                          </a:solidFill>
                        </a:rPr>
                        <a:t>Délai maximal entre le ticket et la prise en charge par un dev</a:t>
                      </a:r>
                    </a:p>
                  </a:txBody>
                  <a:tcPr>
                    <a:solidFill>
                      <a:srgbClr val="10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rPr lang="fr-FR">
                          <a:solidFill>
                            <a:srgbClr val="CBD5E1"/>
                          </a:solidFill>
                        </a:rPr>
                        <a:t>&lt; 15 à 30 minutes</a:t>
                      </a:r>
                    </a:p>
                  </a:txBody>
                  <a:tcPr>
                    <a:solidFill>
                      <a:srgbClr val="10182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rPr lang="fr-FR" b="1">
                          <a:solidFill>
                            <a:srgbClr val="CBD5E1"/>
                          </a:solidFill>
                        </a:rPr>
                        <a:t>GTR</a:t>
                      </a:r>
                    </a:p>
                  </a:txBody>
                  <a:tcPr>
                    <a:solidFill>
                      <a:srgbClr val="141E3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rPr lang="fr-FR">
                          <a:solidFill>
                            <a:srgbClr val="CBD5E1"/>
                          </a:solidFill>
                        </a:rPr>
                        <a:t>Garantie de Temps de Rétablissement</a:t>
                      </a:r>
                    </a:p>
                  </a:txBody>
                  <a:tcPr>
                    <a:solidFill>
                      <a:srgbClr val="141E3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rPr lang="fr-FR">
                          <a:solidFill>
                            <a:srgbClr val="CBD5E1"/>
                          </a:solidFill>
                        </a:rPr>
                        <a:t>Délai maximal pour restaurer le service (au moins palliatif)</a:t>
                      </a:r>
                    </a:p>
                  </a:txBody>
                  <a:tcPr>
                    <a:solidFill>
                      <a:srgbClr val="141E3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rPr lang="fr-FR">
                          <a:solidFill>
                            <a:srgbClr val="CBD5E1"/>
                          </a:solidFill>
                        </a:rPr>
                        <a:t>&lt; 2 à 4 heures</a:t>
                      </a:r>
                    </a:p>
                  </a:txBody>
                  <a:tcPr>
                    <a:solidFill>
                      <a:srgbClr val="141E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rPr lang="fr-FR" b="1">
                          <a:solidFill>
                            <a:srgbClr val="CBD5E1"/>
                          </a:solidFill>
                        </a:rPr>
                        <a:t>Pénalités</a:t>
                      </a:r>
                    </a:p>
                  </a:txBody>
                  <a:tcPr>
                    <a:solidFill>
                      <a:srgbClr val="10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rPr lang="fr-FR">
                          <a:solidFill>
                            <a:srgbClr val="CBD5E1"/>
                          </a:solidFill>
                        </a:rPr>
                        <a:t>Pénalités financières</a:t>
                      </a:r>
                    </a:p>
                  </a:txBody>
                  <a:tcPr>
                    <a:solidFill>
                      <a:srgbClr val="10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rPr lang="fr-FR">
                          <a:solidFill>
                            <a:srgbClr val="CBD5E1"/>
                          </a:solidFill>
                        </a:rPr>
                        <a:t>Montant dû par le prestataire si le SLA n'est pas tenu</a:t>
                      </a:r>
                    </a:p>
                  </a:txBody>
                  <a:tcPr>
                    <a:solidFill>
                      <a:srgbClr val="10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rPr lang="fr-FR">
                          <a:solidFill>
                            <a:srgbClr val="CBD5E1"/>
                          </a:solidFill>
                        </a:rPr>
                        <a:t>Ex: 500€ par heure de retard constatée</a:t>
                      </a:r>
                    </a:p>
                  </a:txBody>
                  <a:tcPr>
                    <a:solidFill>
                      <a:srgbClr val="10182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169277"/>
          </a:xfrm>
          <a:prstGeom prst="rect">
            <a:avLst/>
          </a:prstGeom>
          <a:noFill/>
          <a:ln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Segoe UI"/>
              </a:defRPr>
            </a:pPr>
            <a:r>
              <a:rPr lang="fr-FR">
                <a:solidFill>
                  <a:srgbClr val="38BDF8"/>
                </a:solidFill>
              </a:rPr>
              <a:t>CHAPITRE 3 : ORGANISATION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369332"/>
          </a:xfrm>
          <a:prstGeom prst="rect">
            <a:avLst/>
          </a:prstGeom>
          <a:noFill/>
          <a:ln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"/>
              </a:defRPr>
            </a:pPr>
            <a:r>
              <a:rPr lang="fr-FR">
                <a:solidFill>
                  <a:srgbClr val="F8FAFC"/>
                </a:solidFill>
              </a:rPr>
              <a:t>La Dette Technique : Le Crédit Invisible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371600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1828800"/>
            <a:ext cx="4663440" cy="1897955"/>
          </a:xfrm>
          <a:prstGeom prst="rect">
            <a:avLst/>
          </a:prstGeom>
          <a:noFill/>
          <a:ln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59E0B"/>
                </a:solidFill>
                <a:latin typeface="Segoe UI"/>
              </a:defRPr>
            </a:pPr>
            <a:r>
              <a:rPr lang="fr-FR" dirty="0">
                <a:solidFill>
                  <a:srgbClr val="FBBF24"/>
                </a:solidFill>
              </a:rPr>
              <a:t>L'Analogie Financière (Ward Cunningham)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Segoe UI"/>
              </a:defRPr>
            </a:pPr>
            <a:r>
              <a:rPr lang="fr-FR" dirty="0">
                <a:solidFill>
                  <a:srgbClr val="CBD5E1"/>
                </a:solidFill>
              </a:rPr>
              <a:t>Prendre un raccourci de code rapide mais sale ('Quick &amp; Dirty') équivaut à un crédit bancaire.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Segoe UI"/>
              </a:defRPr>
            </a:pPr>
            <a:r>
              <a:rPr lang="fr-FR" dirty="0">
                <a:solidFill>
                  <a:srgbClr val="CBD5E1"/>
                </a:solidFill>
              </a:rPr>
              <a:t>Au début, on gagne du temps et on livre plus vite.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Segoe UI"/>
              </a:defRPr>
            </a:pPr>
            <a:r>
              <a:rPr lang="fr-FR" dirty="0">
                <a:solidFill>
                  <a:srgbClr val="CBD5E1"/>
                </a:solidFill>
              </a:rPr>
              <a:t>Mais tant qu'on ne rembourse pas ce crédit (en nettoyant le code), on paie des INTÉRÊTS.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Segoe UI"/>
              </a:defRPr>
            </a:pPr>
            <a:r>
              <a:rPr lang="fr-FR" dirty="0">
                <a:solidFill>
                  <a:srgbClr val="CBD5E1"/>
                </a:solidFill>
              </a:rPr>
              <a:t>Les intérêts = chaque future modification devient plus lente, plus pénible, et crée de nouveaux bugs.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1828800"/>
            <a:ext cx="4663440" cy="2051844"/>
          </a:xfrm>
          <a:prstGeom prst="rect">
            <a:avLst/>
          </a:prstGeom>
          <a:noFill/>
          <a:ln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EF4444"/>
                </a:solidFill>
                <a:latin typeface="Segoe UI"/>
              </a:defRPr>
            </a:pPr>
            <a:r>
              <a:rPr lang="fr-FR" dirty="0">
                <a:solidFill>
                  <a:srgbClr val="FB7185"/>
                </a:solidFill>
              </a:rPr>
              <a:t>La Faillite Technique &amp; Comment l'éviter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Segoe UI"/>
              </a:defRPr>
            </a:pPr>
            <a:r>
              <a:rPr lang="fr-FR" dirty="0">
                <a:solidFill>
                  <a:srgbClr val="CBD5E1"/>
                </a:solidFill>
              </a:rPr>
              <a:t>Si la dette n'est jamais remboursée :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  <a:defRPr sz="1200">
                <a:solidFill>
                  <a:srgbClr val="0F172A"/>
                </a:solidFill>
                <a:latin typeface="Segoe UI"/>
              </a:defRPr>
            </a:pPr>
            <a:r>
              <a:rPr lang="fr-FR" dirty="0">
                <a:solidFill>
                  <a:srgbClr val="CBD5E1"/>
                </a:solidFill>
              </a:rPr>
              <a:t>Plus personne n'ose toucher au code source.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  <a:defRPr sz="1200">
                <a:solidFill>
                  <a:srgbClr val="0F172A"/>
                </a:solidFill>
                <a:latin typeface="Segoe UI"/>
              </a:defRPr>
            </a:pPr>
            <a:r>
              <a:rPr lang="fr-FR" dirty="0">
                <a:solidFill>
                  <a:srgbClr val="CBD5E1"/>
                </a:solidFill>
              </a:rPr>
              <a:t>Les développeurs démissionnent par frustration.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  <a:defRPr sz="1200">
                <a:solidFill>
                  <a:srgbClr val="0F172A"/>
                </a:solidFill>
                <a:latin typeface="Segoe UI"/>
              </a:defRPr>
            </a:pPr>
            <a:r>
              <a:rPr lang="fr-FR" dirty="0">
                <a:solidFill>
                  <a:srgbClr val="CBD5E1"/>
                </a:solidFill>
              </a:rPr>
              <a:t>L'entreprise doit tout jeter et réécrire de zéro à grand frais.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Segoe UI"/>
              </a:defRPr>
            </a:pPr>
            <a:r>
              <a:rPr lang="fr-FR" dirty="0">
                <a:solidFill>
                  <a:srgbClr val="CBD5E1"/>
                </a:solidFill>
              </a:rPr>
              <a:t>La solution professionnelle :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  <a:defRPr sz="1200">
                <a:solidFill>
                  <a:srgbClr val="0F172A"/>
                </a:solidFill>
                <a:latin typeface="Segoe UI"/>
              </a:defRPr>
            </a:pPr>
            <a:r>
              <a:rPr lang="fr-FR" dirty="0">
                <a:solidFill>
                  <a:srgbClr val="CBD5E1"/>
                </a:solidFill>
              </a:rPr>
              <a:t>Réserver 15% à 20% de chaque sprint à la maintenance préventive et au </a:t>
            </a:r>
            <a:r>
              <a:rPr lang="fr-FR" dirty="0" err="1">
                <a:solidFill>
                  <a:srgbClr val="CBD5E1"/>
                </a:solidFill>
              </a:rPr>
              <a:t>refactoring</a:t>
            </a:r>
            <a:r>
              <a:rPr lang="fr-FR" dirty="0">
                <a:solidFill>
                  <a:srgbClr val="CBD5E1"/>
                </a:solidFill>
              </a:rPr>
              <a:t> !</a:t>
            </a:r>
          </a:p>
        </p:txBody>
      </p:sp>
      <p:pic>
        <p:nvPicPr>
          <p:cNvPr id="12" name="Image 11" descr="an elderly woman is using an escalator with a walker .">
            <a:extLst>
              <a:ext uri="{FF2B5EF4-FFF2-40B4-BE49-F238E27FC236}">
                <a16:creationId xmlns:a16="http://schemas.microsoft.com/office/drawing/2014/main" id="{F3FB38A4-88B6-C922-70A2-BBAC7AA48D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68211" y="4080315"/>
            <a:ext cx="1281893" cy="2364379"/>
          </a:xfrm>
          <a:prstGeom prst="rect">
            <a:avLst/>
          </a:prstGeom>
        </p:spPr>
      </p:pic>
      <p:pic>
        <p:nvPicPr>
          <p:cNvPr id="13" name="Image 12" descr="a close up of a man in a military uniform looking at the camera with a serious look on his face .">
            <a:extLst>
              <a:ext uri="{FF2B5EF4-FFF2-40B4-BE49-F238E27FC236}">
                <a16:creationId xmlns:a16="http://schemas.microsoft.com/office/drawing/2014/main" id="{BBECC152-2FB5-8091-57D5-3880E472D4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3625" y="4076002"/>
            <a:ext cx="2095500" cy="113347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169277"/>
          </a:xfrm>
          <a:prstGeom prst="rect">
            <a:avLst/>
          </a:prstGeom>
          <a:noFill/>
          <a:ln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Segoe UI"/>
              </a:defRPr>
            </a:pPr>
            <a:r>
              <a:rPr lang="fr-FR">
                <a:solidFill>
                  <a:srgbClr val="38BDF8"/>
                </a:solidFill>
              </a:rPr>
              <a:t>CHAPITRE 4 : TICKETING &amp; SUPPORT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369332"/>
          </a:xfrm>
          <a:prstGeom prst="rect">
            <a:avLst/>
          </a:prstGeom>
          <a:noFill/>
          <a:ln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"/>
              </a:defRPr>
            </a:pPr>
            <a:r>
              <a:rPr lang="fr-FR">
                <a:solidFill>
                  <a:srgbClr val="F8FAFC"/>
                </a:solidFill>
              </a:rPr>
              <a:t>La Chaîne de Support : Niveaux N1, N2, N3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371600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383280" cy="4389120"/>
          </a:xfrm>
          <a:prstGeom prst="roundRect">
            <a:avLst/>
          </a:prstGeom>
          <a:solidFill>
            <a:srgbClr val="141E31"/>
          </a:solidFill>
          <a:ln w="15875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1828800"/>
            <a:ext cx="2926080" cy="2313454"/>
          </a:xfrm>
          <a:prstGeom prst="rect">
            <a:avLst/>
          </a:prstGeom>
          <a:noFill/>
          <a:ln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2563EB"/>
                </a:solidFill>
                <a:latin typeface="Segoe UI"/>
              </a:defRPr>
            </a:pPr>
            <a:r>
              <a:rPr lang="fr-FR" dirty="0">
                <a:solidFill>
                  <a:srgbClr val="38BDF8"/>
                </a:solidFill>
              </a:rPr>
              <a:t>Niveau 1 : Helpdesk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Segoe UI"/>
              </a:defRPr>
            </a:pPr>
            <a:r>
              <a:rPr lang="fr-FR" b="1" dirty="0">
                <a:solidFill>
                  <a:srgbClr val="CBD5E1"/>
                </a:solidFill>
              </a:rPr>
              <a:t>Point de contact de l'utilisateur final.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Segoe UI"/>
              </a:defRPr>
            </a:pPr>
            <a:r>
              <a:rPr lang="fr-FR" dirty="0">
                <a:solidFill>
                  <a:srgbClr val="CBD5E1"/>
                </a:solidFill>
              </a:rPr>
              <a:t>Rôle :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  <a:defRPr sz="1200">
                <a:solidFill>
                  <a:srgbClr val="0F172A"/>
                </a:solidFill>
                <a:latin typeface="Segoe UI"/>
              </a:defRPr>
            </a:pPr>
            <a:r>
              <a:rPr lang="fr-FR" dirty="0">
                <a:solidFill>
                  <a:srgbClr val="CBD5E1"/>
                </a:solidFill>
              </a:rPr>
              <a:t>Accueil téléphonique / portail de tickets.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  <a:defRPr sz="1200">
                <a:solidFill>
                  <a:srgbClr val="0F172A"/>
                </a:solidFill>
                <a:latin typeface="Segoe UI"/>
              </a:defRPr>
            </a:pPr>
            <a:r>
              <a:rPr lang="fr-FR" dirty="0">
                <a:solidFill>
                  <a:srgbClr val="CBD5E1"/>
                </a:solidFill>
              </a:rPr>
              <a:t>Qualification initiale et filtrage.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  <a:defRPr sz="1200">
                <a:solidFill>
                  <a:srgbClr val="0F172A"/>
                </a:solidFill>
                <a:latin typeface="Segoe UI"/>
              </a:defRPr>
            </a:pPr>
            <a:r>
              <a:rPr lang="fr-FR" dirty="0">
                <a:solidFill>
                  <a:srgbClr val="CBD5E1"/>
                </a:solidFill>
              </a:rPr>
              <a:t>Résolution des demandes simples (mot de passe, formation usage).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Segoe UI"/>
              </a:defRPr>
            </a:pPr>
            <a:endParaRPr lang="fr-FR" dirty="0">
              <a:solidFill>
                <a:srgbClr val="CBD5E1"/>
              </a:solidFill>
            </a:endParaRP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Segoe UI"/>
              </a:defRPr>
            </a:pPr>
            <a:r>
              <a:rPr lang="fr-FR" dirty="0">
                <a:solidFill>
                  <a:srgbClr val="CBD5E1"/>
                </a:solidFill>
              </a:rPr>
              <a:t>Outils : GLPI, </a:t>
            </a:r>
            <a:r>
              <a:rPr lang="fr-FR" dirty="0" err="1">
                <a:solidFill>
                  <a:srgbClr val="CBD5E1"/>
                </a:solidFill>
              </a:rPr>
              <a:t>Zendesk</a:t>
            </a:r>
            <a:r>
              <a:rPr lang="fr-FR" dirty="0">
                <a:solidFill>
                  <a:srgbClr val="CBD5E1"/>
                </a:solidFill>
              </a:rPr>
              <a:t>, </a:t>
            </a:r>
            <a:r>
              <a:rPr lang="fr-FR" dirty="0" err="1">
                <a:solidFill>
                  <a:srgbClr val="CBD5E1"/>
                </a:solidFill>
              </a:rPr>
              <a:t>Freshdesk</a:t>
            </a:r>
            <a:r>
              <a:rPr lang="fr-FR" dirty="0">
                <a:solidFill>
                  <a:srgbClr val="CBD5E1"/>
                </a:solidFill>
              </a:rPr>
              <a:t>…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645920"/>
            <a:ext cx="3383280" cy="4389120"/>
          </a:xfrm>
          <a:prstGeom prst="roundRect">
            <a:avLst/>
          </a:prstGeom>
          <a:solidFill>
            <a:srgbClr val="141E31"/>
          </a:solidFill>
          <a:ln w="15875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17720" y="1828800"/>
            <a:ext cx="2926080" cy="2051844"/>
          </a:xfrm>
          <a:prstGeom prst="rect">
            <a:avLst/>
          </a:prstGeom>
          <a:noFill/>
          <a:ln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59E0B"/>
                </a:solidFill>
                <a:latin typeface="Segoe UI"/>
              </a:defRPr>
            </a:pPr>
            <a:r>
              <a:rPr lang="fr-FR" dirty="0">
                <a:solidFill>
                  <a:srgbClr val="FBBF24"/>
                </a:solidFill>
              </a:rPr>
              <a:t>Niveau 2 : Support Applicatif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Segoe UI"/>
              </a:defRPr>
            </a:pPr>
            <a:r>
              <a:rPr lang="fr-FR" b="1" dirty="0">
                <a:solidFill>
                  <a:srgbClr val="CBD5E1"/>
                </a:solidFill>
              </a:rPr>
              <a:t>Techniciens spécialisés.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Segoe UI"/>
              </a:defRPr>
            </a:pPr>
            <a:r>
              <a:rPr lang="fr-FR" dirty="0">
                <a:solidFill>
                  <a:srgbClr val="CBD5E1"/>
                </a:solidFill>
              </a:rPr>
              <a:t>Rôle :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  <a:defRPr sz="1200">
                <a:solidFill>
                  <a:srgbClr val="0F172A"/>
                </a:solidFill>
                <a:latin typeface="Segoe UI"/>
              </a:defRPr>
            </a:pPr>
            <a:r>
              <a:rPr lang="fr-FR" dirty="0">
                <a:solidFill>
                  <a:srgbClr val="CBD5E1"/>
                </a:solidFill>
              </a:rPr>
              <a:t>Tentative de reproduction de l'anomalie.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  <a:defRPr sz="1200">
                <a:solidFill>
                  <a:srgbClr val="0F172A"/>
                </a:solidFill>
                <a:latin typeface="Segoe UI"/>
              </a:defRPr>
            </a:pPr>
            <a:r>
              <a:rPr lang="fr-FR" dirty="0">
                <a:solidFill>
                  <a:srgbClr val="CBD5E1"/>
                </a:solidFill>
              </a:rPr>
              <a:t>Vérification des données en BDD.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  <a:defRPr sz="1200">
                <a:solidFill>
                  <a:srgbClr val="0F172A"/>
                </a:solidFill>
                <a:latin typeface="Segoe UI"/>
              </a:defRPr>
            </a:pPr>
            <a:r>
              <a:rPr lang="fr-FR" dirty="0">
                <a:solidFill>
                  <a:srgbClr val="CBD5E1"/>
                </a:solidFill>
              </a:rPr>
              <a:t>Analyse des configurations et des logs.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  <a:defRPr sz="1200">
                <a:solidFill>
                  <a:srgbClr val="0F172A"/>
                </a:solidFill>
                <a:latin typeface="Segoe UI"/>
              </a:defRPr>
            </a:pPr>
            <a:r>
              <a:rPr lang="fr-FR" dirty="0">
                <a:solidFill>
                  <a:srgbClr val="CBD5E1"/>
                </a:solidFill>
              </a:rPr>
              <a:t>Détermination de contournements (palliatif).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645920"/>
            <a:ext cx="3383280" cy="4389120"/>
          </a:xfrm>
          <a:prstGeom prst="roundRect">
            <a:avLst/>
          </a:prstGeom>
          <a:solidFill>
            <a:srgbClr val="141E31"/>
          </a:solidFill>
          <a:ln w="15875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75320" y="1828800"/>
            <a:ext cx="2926080" cy="2821285"/>
          </a:xfrm>
          <a:prstGeom prst="rect">
            <a:avLst/>
          </a:prstGeom>
          <a:noFill/>
          <a:ln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8B5CF6"/>
                </a:solidFill>
                <a:latin typeface="Segoe UI"/>
              </a:defRPr>
            </a:pPr>
            <a:r>
              <a:rPr lang="fr-FR" dirty="0">
                <a:solidFill>
                  <a:srgbClr val="A78BFA"/>
                </a:solidFill>
              </a:rPr>
              <a:t>Niveau 3 : Développeurs / TMA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Segoe UI"/>
              </a:defRPr>
            </a:pPr>
            <a:r>
              <a:rPr lang="fr-FR" b="1" dirty="0">
                <a:solidFill>
                  <a:srgbClr val="CBD5E1"/>
                </a:solidFill>
              </a:rPr>
              <a:t>Équipe de développement &amp; Experts.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Segoe UI"/>
              </a:defRPr>
            </a:pPr>
            <a:r>
              <a:rPr lang="fr-FR" dirty="0">
                <a:solidFill>
                  <a:srgbClr val="CBD5E1"/>
                </a:solidFill>
              </a:rPr>
              <a:t>Rôle :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  <a:defRPr sz="1200">
                <a:solidFill>
                  <a:srgbClr val="0F172A"/>
                </a:solidFill>
                <a:latin typeface="Segoe UI"/>
              </a:defRPr>
            </a:pPr>
            <a:r>
              <a:rPr lang="fr-FR" dirty="0">
                <a:solidFill>
                  <a:srgbClr val="CBD5E1"/>
                </a:solidFill>
              </a:rPr>
              <a:t>Analyse du code source dans l'IDE.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  <a:defRPr sz="1200">
                <a:solidFill>
                  <a:srgbClr val="0F172A"/>
                </a:solidFill>
                <a:latin typeface="Segoe UI"/>
              </a:defRPr>
            </a:pPr>
            <a:r>
              <a:rPr lang="fr-FR" dirty="0">
                <a:solidFill>
                  <a:srgbClr val="CBD5E1"/>
                </a:solidFill>
              </a:rPr>
              <a:t>Correction du bug (patch curatif).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  <a:defRPr sz="1200">
                <a:solidFill>
                  <a:srgbClr val="0F172A"/>
                </a:solidFill>
                <a:latin typeface="Segoe UI"/>
              </a:defRPr>
            </a:pPr>
            <a:r>
              <a:rPr lang="fr-FR" dirty="0">
                <a:solidFill>
                  <a:srgbClr val="CBD5E1"/>
                </a:solidFill>
              </a:rPr>
              <a:t>Tests de non-régression (TNR).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  <a:defRPr sz="1200">
                <a:solidFill>
                  <a:srgbClr val="0F172A"/>
                </a:solidFill>
                <a:latin typeface="Segoe UI"/>
              </a:defRPr>
            </a:pPr>
            <a:r>
              <a:rPr lang="fr-FR" dirty="0">
                <a:solidFill>
                  <a:srgbClr val="CBD5E1"/>
                </a:solidFill>
              </a:rPr>
              <a:t>Déploiement et livraison de la version.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Segoe UI"/>
              </a:defRPr>
            </a:pPr>
            <a:endParaRPr lang="fr-FR" dirty="0">
              <a:solidFill>
                <a:srgbClr val="CBD5E1"/>
              </a:solidFill>
            </a:endParaRP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Segoe UI"/>
              </a:defRPr>
            </a:pPr>
            <a:r>
              <a:rPr lang="fr-FR" dirty="0">
                <a:solidFill>
                  <a:srgbClr val="CBD5E1"/>
                </a:solidFill>
              </a:rPr>
              <a:t>Outils : Jira, </a:t>
            </a:r>
            <a:r>
              <a:rPr lang="fr-FR" dirty="0" err="1">
                <a:solidFill>
                  <a:srgbClr val="CBD5E1"/>
                </a:solidFill>
              </a:rPr>
              <a:t>GitLab</a:t>
            </a:r>
            <a:r>
              <a:rPr lang="fr-FR" dirty="0">
                <a:solidFill>
                  <a:srgbClr val="CBD5E1"/>
                </a:solidFill>
              </a:rPr>
              <a:t>, GitHub, Azure </a:t>
            </a:r>
            <a:r>
              <a:rPr lang="fr-FR" dirty="0" err="1">
                <a:solidFill>
                  <a:srgbClr val="CBD5E1"/>
                </a:solidFill>
              </a:rPr>
              <a:t>Devops</a:t>
            </a:r>
            <a:r>
              <a:rPr lang="fr-FR" dirty="0">
                <a:solidFill>
                  <a:srgbClr val="CBD5E1"/>
                </a:solidFill>
              </a:rPr>
              <a:t>, Redmine, etc…</a:t>
            </a:r>
          </a:p>
        </p:txBody>
      </p:sp>
      <p:pic>
        <p:nvPicPr>
          <p:cNvPr id="15" name="Image 14" descr="a group of men wearing headphones are posing for a photo">
            <a:extLst>
              <a:ext uri="{FF2B5EF4-FFF2-40B4-BE49-F238E27FC236}">
                <a16:creationId xmlns:a16="http://schemas.microsoft.com/office/drawing/2014/main" id="{24BA22CD-A409-CF3A-837E-7BA6BAA50A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6941" y="4447277"/>
            <a:ext cx="2095500" cy="1181100"/>
          </a:xfrm>
          <a:prstGeom prst="rect">
            <a:avLst/>
          </a:prstGeom>
        </p:spPr>
      </p:pic>
      <p:pic>
        <p:nvPicPr>
          <p:cNvPr id="16" name="Image 15" descr="a man is talking on a phone and saying hello it have you tried turning it off and on again">
            <a:extLst>
              <a:ext uri="{FF2B5EF4-FFF2-40B4-BE49-F238E27FC236}">
                <a16:creationId xmlns:a16="http://schemas.microsoft.com/office/drawing/2014/main" id="{52E5B154-0384-14C4-CF05-54145D1E92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3010" y="4447277"/>
            <a:ext cx="2095500" cy="1143000"/>
          </a:xfrm>
          <a:prstGeom prst="rect">
            <a:avLst/>
          </a:prstGeom>
        </p:spPr>
      </p:pic>
      <p:pic>
        <p:nvPicPr>
          <p:cNvPr id="17" name="Image 16" descr="a man wearing glasses and an orange suit is making a funny face and saying nerd alert .">
            <a:extLst>
              <a:ext uri="{FF2B5EF4-FFF2-40B4-BE49-F238E27FC236}">
                <a16:creationId xmlns:a16="http://schemas.microsoft.com/office/drawing/2014/main" id="{61682735-2D95-1A0C-4036-8EAD1502F5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24513" y="4752551"/>
            <a:ext cx="1207727" cy="106808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169277"/>
          </a:xfrm>
          <a:prstGeom prst="rect">
            <a:avLst/>
          </a:prstGeom>
          <a:noFill/>
          <a:ln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Segoe UI"/>
              </a:defRPr>
            </a:pPr>
            <a:r>
              <a:rPr lang="fr-FR">
                <a:solidFill>
                  <a:srgbClr val="38BDF8"/>
                </a:solidFill>
              </a:rPr>
              <a:t>CHAPITRE 4 : TICKETING &amp; SUPPORT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369332"/>
          </a:xfrm>
          <a:prstGeom prst="rect">
            <a:avLst/>
          </a:prstGeom>
          <a:noFill/>
          <a:ln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"/>
              </a:defRPr>
            </a:pPr>
            <a:r>
              <a:rPr lang="fr-FR">
                <a:solidFill>
                  <a:srgbClr val="F8FAFC"/>
                </a:solidFill>
              </a:rPr>
              <a:t>L'Anatomie d'un Ticket Professionnel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371600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41E31"/>
          </a:solidFill>
          <a:ln w="15875">
            <a:solidFill>
              <a:srgbClr val="FB71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1828800"/>
            <a:ext cx="4663440" cy="2836674"/>
          </a:xfrm>
          <a:prstGeom prst="rect">
            <a:avLst/>
          </a:prstGeom>
          <a:noFill/>
          <a:ln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EF4444"/>
                </a:solidFill>
                <a:latin typeface="Segoe UI"/>
              </a:defRPr>
            </a:pPr>
            <a:r>
              <a:rPr lang="fr-FR" dirty="0">
                <a:solidFill>
                  <a:srgbClr val="FB7185"/>
                </a:solidFill>
              </a:rPr>
              <a:t>❌ Le Pire Ticket Utilisateur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Segoe UI"/>
              </a:defRPr>
            </a:pPr>
            <a:r>
              <a:rPr lang="fr-FR" b="1" dirty="0">
                <a:solidFill>
                  <a:srgbClr val="CBD5E1"/>
                </a:solidFill>
              </a:rPr>
              <a:t>« Bonjour, ça marche plus depuis ce matin, c'est bloquant merci de réparer vite. »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Segoe UI"/>
              </a:defRPr>
            </a:pPr>
            <a:r>
              <a:rPr lang="fr-FR" dirty="0">
                <a:solidFill>
                  <a:srgbClr val="CBD5E1"/>
                </a:solidFill>
              </a:rPr>
              <a:t>Pourquoi il est inexploitable :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  <a:defRPr sz="1200">
                <a:solidFill>
                  <a:srgbClr val="0F172A"/>
                </a:solidFill>
                <a:latin typeface="Segoe UI"/>
              </a:defRPr>
            </a:pPr>
            <a:r>
              <a:rPr lang="fr-FR" dirty="0">
                <a:solidFill>
                  <a:srgbClr val="CBD5E1"/>
                </a:solidFill>
              </a:rPr>
              <a:t>Qui est l'utilisateur ? Quel rôle ?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  <a:defRPr sz="1200">
                <a:solidFill>
                  <a:srgbClr val="0F172A"/>
                </a:solidFill>
                <a:latin typeface="Segoe UI"/>
              </a:defRPr>
            </a:pPr>
            <a:r>
              <a:rPr lang="fr-FR" dirty="0">
                <a:solidFill>
                  <a:srgbClr val="CBD5E1"/>
                </a:solidFill>
              </a:rPr>
              <a:t>Sur quelle URL ou écran ? Quelle action ?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  <a:defRPr sz="1200">
                <a:solidFill>
                  <a:srgbClr val="0F172A"/>
                </a:solidFill>
                <a:latin typeface="Segoe UI"/>
              </a:defRPr>
            </a:pPr>
            <a:r>
              <a:rPr lang="fr-FR" dirty="0">
                <a:solidFill>
                  <a:srgbClr val="CBD5E1"/>
                </a:solidFill>
              </a:rPr>
              <a:t>Quel est le message d'erreur ?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  <a:defRPr sz="1200">
                <a:solidFill>
                  <a:srgbClr val="0F172A"/>
                </a:solidFill>
                <a:latin typeface="Segoe UI"/>
              </a:defRPr>
            </a:pPr>
            <a:r>
              <a:rPr lang="fr-FR" dirty="0">
                <a:solidFill>
                  <a:srgbClr val="CBD5E1"/>
                </a:solidFill>
              </a:rPr>
              <a:t>Quel navigateur ? Quel système ?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Segoe UI"/>
              </a:defRPr>
            </a:pPr>
            <a:endParaRPr lang="fr-FR" dirty="0">
              <a:solidFill>
                <a:srgbClr val="CBD5E1"/>
              </a:solidFill>
            </a:endParaRP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Segoe UI"/>
              </a:defRPr>
            </a:pPr>
            <a:r>
              <a:rPr lang="fr-FR" dirty="0">
                <a:solidFill>
                  <a:srgbClr val="CBD5E1"/>
                </a:solidFill>
              </a:rPr>
              <a:t>Résultat : Perte de temps, énervement mutuel (je sais de quoi je parle)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645920"/>
            <a:ext cx="5120640" cy="4389120"/>
          </a:xfrm>
          <a:prstGeom prst="roundRect">
            <a:avLst/>
          </a:prstGeom>
          <a:solidFill>
            <a:srgbClr val="141E31"/>
          </a:solidFill>
          <a:ln w="15875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37960" y="1828800"/>
            <a:ext cx="4663440" cy="2390398"/>
          </a:xfrm>
          <a:prstGeom prst="rect">
            <a:avLst/>
          </a:prstGeom>
          <a:noFill/>
          <a:ln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10B981"/>
                </a:solidFill>
                <a:latin typeface="Segoe UI"/>
              </a:defRPr>
            </a:pPr>
            <a:r>
              <a:rPr lang="fr-FR" dirty="0">
                <a:solidFill>
                  <a:srgbClr val="34D399"/>
                </a:solidFill>
              </a:rPr>
              <a:t>✅ Les 7 Éléments du Ticket Parfait</a:t>
            </a:r>
          </a:p>
          <a:p>
            <a:pPr marL="228600" indent="-228600">
              <a:spcAft>
                <a:spcPts val="600"/>
              </a:spcAft>
              <a:buFont typeface="+mj-lt"/>
              <a:buAutoNum type="arabicPeriod"/>
              <a:defRPr sz="1200">
                <a:solidFill>
                  <a:srgbClr val="0F172A"/>
                </a:solidFill>
                <a:latin typeface="Segoe UI"/>
              </a:defRPr>
            </a:pPr>
            <a:r>
              <a:rPr lang="fr-FR" dirty="0">
                <a:solidFill>
                  <a:srgbClr val="CBD5E1"/>
                </a:solidFill>
              </a:rPr>
              <a:t>Titre explicite avec module : [Facturation] Erreur 500...</a:t>
            </a:r>
          </a:p>
          <a:p>
            <a:pPr marL="228600" indent="-228600">
              <a:spcAft>
                <a:spcPts val="600"/>
              </a:spcAft>
              <a:buFont typeface="+mj-lt"/>
              <a:buAutoNum type="arabicPeriod"/>
              <a:defRPr sz="1200">
                <a:solidFill>
                  <a:srgbClr val="0F172A"/>
                </a:solidFill>
                <a:latin typeface="Segoe UI"/>
              </a:defRPr>
            </a:pPr>
            <a:r>
              <a:rPr lang="fr-FR" dirty="0">
                <a:solidFill>
                  <a:srgbClr val="CBD5E1"/>
                </a:solidFill>
              </a:rPr>
              <a:t>Environnement : Version v1.4.2, Chrome 122, Rôle Admin.</a:t>
            </a:r>
          </a:p>
          <a:p>
            <a:pPr marL="228600" indent="-228600">
              <a:spcAft>
                <a:spcPts val="600"/>
              </a:spcAft>
              <a:buFont typeface="+mj-lt"/>
              <a:buAutoNum type="arabicPeriod"/>
              <a:defRPr sz="1200">
                <a:solidFill>
                  <a:srgbClr val="0F172A"/>
                </a:solidFill>
                <a:latin typeface="Segoe UI"/>
              </a:defRPr>
            </a:pPr>
            <a:r>
              <a:rPr lang="fr-FR" dirty="0">
                <a:solidFill>
                  <a:srgbClr val="CBD5E1"/>
                </a:solidFill>
              </a:rPr>
              <a:t>Étapes pour reproduire pas-à-pas (Repro </a:t>
            </a:r>
            <a:r>
              <a:rPr lang="fr-FR" dirty="0" err="1">
                <a:solidFill>
                  <a:srgbClr val="CBD5E1"/>
                </a:solidFill>
              </a:rPr>
              <a:t>Steps</a:t>
            </a:r>
            <a:r>
              <a:rPr lang="fr-FR" dirty="0">
                <a:solidFill>
                  <a:srgbClr val="CBD5E1"/>
                </a:solidFill>
              </a:rPr>
              <a:t>).</a:t>
            </a:r>
          </a:p>
          <a:p>
            <a:pPr marL="228600" indent="-228600">
              <a:spcAft>
                <a:spcPts val="600"/>
              </a:spcAft>
              <a:buFont typeface="+mj-lt"/>
              <a:buAutoNum type="arabicPeriod"/>
              <a:defRPr sz="1200">
                <a:solidFill>
                  <a:srgbClr val="0F172A"/>
                </a:solidFill>
                <a:latin typeface="Segoe UI"/>
              </a:defRPr>
            </a:pPr>
            <a:r>
              <a:rPr lang="fr-FR" dirty="0">
                <a:solidFill>
                  <a:srgbClr val="CBD5E1"/>
                </a:solidFill>
              </a:rPr>
              <a:t>Comportement attendu (selon les règles métier).</a:t>
            </a:r>
          </a:p>
          <a:p>
            <a:pPr marL="228600" indent="-228600">
              <a:spcAft>
                <a:spcPts val="600"/>
              </a:spcAft>
              <a:buFont typeface="+mj-lt"/>
              <a:buAutoNum type="arabicPeriod"/>
              <a:defRPr sz="1200">
                <a:solidFill>
                  <a:srgbClr val="0F172A"/>
                </a:solidFill>
                <a:latin typeface="Segoe UI"/>
              </a:defRPr>
            </a:pPr>
            <a:r>
              <a:rPr lang="fr-FR" dirty="0">
                <a:solidFill>
                  <a:srgbClr val="CBD5E1"/>
                </a:solidFill>
              </a:rPr>
              <a:t>Comportement observé (l'erreur constatée).</a:t>
            </a:r>
          </a:p>
          <a:p>
            <a:pPr marL="228600" indent="-228600">
              <a:spcAft>
                <a:spcPts val="600"/>
              </a:spcAft>
              <a:buFont typeface="+mj-lt"/>
              <a:buAutoNum type="arabicPeriod"/>
              <a:defRPr sz="1200">
                <a:solidFill>
                  <a:srgbClr val="0F172A"/>
                </a:solidFill>
                <a:latin typeface="Segoe UI"/>
              </a:defRPr>
            </a:pPr>
            <a:r>
              <a:rPr lang="fr-FR" dirty="0">
                <a:solidFill>
                  <a:srgbClr val="CBD5E1"/>
                </a:solidFill>
              </a:rPr>
              <a:t>Preuves techniques : captures d'écran, stack trace.</a:t>
            </a:r>
          </a:p>
          <a:p>
            <a:pPr marL="228600" indent="-228600">
              <a:spcAft>
                <a:spcPts val="600"/>
              </a:spcAft>
              <a:buFont typeface="+mj-lt"/>
              <a:buAutoNum type="arabicPeriod"/>
              <a:defRPr sz="1200">
                <a:solidFill>
                  <a:srgbClr val="0F172A"/>
                </a:solidFill>
                <a:latin typeface="Segoe UI"/>
              </a:defRPr>
            </a:pPr>
            <a:r>
              <a:rPr lang="fr-FR" dirty="0">
                <a:solidFill>
                  <a:srgbClr val="CBD5E1"/>
                </a:solidFill>
              </a:rPr>
              <a:t>Gravité &amp; Urgence justifiées.</a:t>
            </a:r>
          </a:p>
          <a:p>
            <a:pPr marL="228600" indent="-228600">
              <a:spcAft>
                <a:spcPts val="600"/>
              </a:spcAft>
              <a:buFont typeface="+mj-lt"/>
              <a:buAutoNum type="arabicPeriod"/>
              <a:defRPr sz="1200">
                <a:solidFill>
                  <a:srgbClr val="0F172A"/>
                </a:solidFill>
                <a:latin typeface="Segoe UI"/>
              </a:defRPr>
            </a:pPr>
            <a:endParaRPr lang="fr-FR" dirty="0">
              <a:solidFill>
                <a:srgbClr val="CBD5E1"/>
              </a:solidFill>
            </a:endParaRPr>
          </a:p>
        </p:txBody>
      </p:sp>
      <p:pic>
        <p:nvPicPr>
          <p:cNvPr id="12" name="Image 11" descr="Nervous Season 3 GIF by The Office">
            <a:extLst>
              <a:ext uri="{FF2B5EF4-FFF2-40B4-BE49-F238E27FC236}">
                <a16:creationId xmlns:a16="http://schemas.microsoft.com/office/drawing/2014/main" id="{985D3B31-6B21-5027-F1B4-1DCD161F69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9389" y="4551680"/>
            <a:ext cx="1584960" cy="1320800"/>
          </a:xfrm>
          <a:prstGeom prst="rect">
            <a:avLst/>
          </a:prstGeom>
        </p:spPr>
      </p:pic>
      <p:pic>
        <p:nvPicPr>
          <p:cNvPr id="13" name="Image 12" descr="Dance Ok GIF">
            <a:extLst>
              <a:ext uri="{FF2B5EF4-FFF2-40B4-BE49-F238E27FC236}">
                <a16:creationId xmlns:a16="http://schemas.microsoft.com/office/drawing/2014/main" id="{18415C53-1AA4-F282-CD26-047221EAF5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19825" y="4166558"/>
            <a:ext cx="1699709" cy="1666381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169277"/>
          </a:xfrm>
          <a:prstGeom prst="rect">
            <a:avLst/>
          </a:prstGeom>
          <a:noFill/>
          <a:ln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Segoe UI"/>
              </a:defRPr>
            </a:pPr>
            <a:r>
              <a:rPr lang="fr-FR">
                <a:solidFill>
                  <a:srgbClr val="38BDF8"/>
                </a:solidFill>
              </a:rPr>
              <a:t>CHAPITRE 4 : TICKETING &amp; SUPPORT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369332"/>
          </a:xfrm>
          <a:prstGeom prst="rect">
            <a:avLst/>
          </a:prstGeom>
          <a:noFill/>
          <a:ln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"/>
              </a:defRPr>
            </a:pPr>
            <a:r>
              <a:rPr lang="fr-FR">
                <a:solidFill>
                  <a:srgbClr val="F8FAFC"/>
                </a:solidFill>
              </a:rPr>
              <a:t>Matrice de Priorisation (Gravité x Urgence)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371600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10698480" cy="822960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rPr lang="fr-FR">
                <a:solidFill>
                  <a:srgbClr val="07111F"/>
                </a:solidFill>
              </a:rPr>
              <a:t>Règle Universelle : PRIORITÉ = GRAVITÉ (Impact Technique) × URGENCE (Facteur Temps)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651760"/>
            <a:ext cx="2514600" cy="3566160"/>
          </a:xfrm>
          <a:prstGeom prst="roundRect">
            <a:avLst/>
          </a:prstGeom>
          <a:solidFill>
            <a:srgbClr val="141E31"/>
          </a:solidFill>
          <a:ln w="15875">
            <a:solidFill>
              <a:srgbClr val="FB71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60120" y="2834640"/>
            <a:ext cx="2057400" cy="2313454"/>
          </a:xfrm>
          <a:prstGeom prst="rect">
            <a:avLst/>
          </a:prstGeom>
          <a:noFill/>
          <a:ln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EF4444"/>
                </a:solidFill>
                <a:latin typeface="Segoe UI"/>
              </a:defRPr>
            </a:pPr>
            <a:r>
              <a:rPr lang="fr-FR" dirty="0">
                <a:solidFill>
                  <a:srgbClr val="FB7185"/>
                </a:solidFill>
              </a:rPr>
              <a:t>P1 : Critique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Segoe UI"/>
              </a:defRPr>
            </a:pPr>
            <a:r>
              <a:rPr lang="fr-FR" b="1" dirty="0">
                <a:solidFill>
                  <a:srgbClr val="CBD5E1"/>
                </a:solidFill>
              </a:rPr>
              <a:t>Arrêt complet de l'activité.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Segoe UI"/>
              </a:defRPr>
            </a:pPr>
            <a:r>
              <a:rPr lang="fr-FR" dirty="0">
                <a:solidFill>
                  <a:srgbClr val="CBD5E1"/>
                </a:solidFill>
              </a:rPr>
              <a:t>Ex: paiement impossible.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Segoe UI"/>
              </a:defRPr>
            </a:pPr>
            <a:endParaRPr lang="fr-FR" dirty="0">
              <a:solidFill>
                <a:srgbClr val="CBD5E1"/>
              </a:solidFill>
            </a:endParaRP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Segoe UI"/>
              </a:defRPr>
            </a:pPr>
            <a:r>
              <a:rPr lang="fr-FR" dirty="0">
                <a:solidFill>
                  <a:srgbClr val="CBD5E1"/>
                </a:solidFill>
              </a:rPr>
              <a:t>Action : 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  <a:defRPr sz="1200">
                <a:solidFill>
                  <a:srgbClr val="0F172A"/>
                </a:solidFill>
                <a:latin typeface="Segoe UI"/>
              </a:defRPr>
            </a:pPr>
            <a:r>
              <a:rPr lang="fr-FR" dirty="0">
                <a:solidFill>
                  <a:srgbClr val="CBD5E1"/>
                </a:solidFill>
              </a:rPr>
              <a:t>Tout s'arrête.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  <a:defRPr sz="1200">
                <a:solidFill>
                  <a:srgbClr val="0F172A"/>
                </a:solidFill>
                <a:latin typeface="Segoe UI"/>
              </a:defRPr>
            </a:pPr>
            <a:r>
              <a:rPr lang="fr-FR" dirty="0" err="1">
                <a:solidFill>
                  <a:srgbClr val="CBD5E1"/>
                </a:solidFill>
              </a:rPr>
              <a:t>Hotfix</a:t>
            </a:r>
            <a:r>
              <a:rPr lang="fr-FR" dirty="0">
                <a:solidFill>
                  <a:srgbClr val="CBD5E1"/>
                </a:solidFill>
              </a:rPr>
              <a:t> immédiat déployé en production.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  <a:defRPr sz="1200">
                <a:solidFill>
                  <a:srgbClr val="0F172A"/>
                </a:solidFill>
                <a:latin typeface="Segoe UI"/>
              </a:defRPr>
            </a:pPr>
            <a:r>
              <a:rPr lang="fr-FR" dirty="0">
                <a:solidFill>
                  <a:srgbClr val="CBD5E1"/>
                </a:solidFill>
              </a:rPr>
              <a:t>GTR &lt; 4h.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29000" y="2651760"/>
            <a:ext cx="2514600" cy="3566160"/>
          </a:xfrm>
          <a:prstGeom prst="roundRect">
            <a:avLst/>
          </a:prstGeom>
          <a:solidFill>
            <a:srgbClr val="141E31"/>
          </a:solidFill>
          <a:ln w="15875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57600" y="2834640"/>
            <a:ext cx="2057400" cy="2159566"/>
          </a:xfrm>
          <a:prstGeom prst="rect">
            <a:avLst/>
          </a:prstGeom>
          <a:noFill/>
          <a:ln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59E0B"/>
                </a:solidFill>
                <a:latin typeface="Segoe UI"/>
              </a:defRPr>
            </a:pPr>
            <a:r>
              <a:rPr lang="fr-FR" dirty="0">
                <a:solidFill>
                  <a:srgbClr val="FBBF24"/>
                </a:solidFill>
              </a:rPr>
              <a:t>P2 : Élevée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Segoe UI"/>
              </a:defRPr>
            </a:pPr>
            <a:r>
              <a:rPr lang="fr-FR" b="1" dirty="0">
                <a:solidFill>
                  <a:srgbClr val="CBD5E1"/>
                </a:solidFill>
              </a:rPr>
              <a:t>Fonction majeure cassée mais contournement possible.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Segoe UI"/>
              </a:defRPr>
            </a:pPr>
            <a:endParaRPr lang="fr-FR" dirty="0">
              <a:solidFill>
                <a:srgbClr val="CBD5E1"/>
              </a:solidFill>
            </a:endParaRP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Segoe UI"/>
              </a:defRPr>
            </a:pPr>
            <a:r>
              <a:rPr lang="fr-FR" dirty="0">
                <a:solidFill>
                  <a:srgbClr val="CBD5E1"/>
                </a:solidFill>
              </a:rPr>
              <a:t>Action : 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  <a:defRPr sz="1200">
                <a:solidFill>
                  <a:srgbClr val="0F172A"/>
                </a:solidFill>
                <a:latin typeface="Segoe UI"/>
              </a:defRPr>
            </a:pPr>
            <a:r>
              <a:rPr lang="fr-FR" dirty="0">
                <a:solidFill>
                  <a:srgbClr val="CBD5E1"/>
                </a:solidFill>
              </a:rPr>
              <a:t>Prise en charge dans la journée.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  <a:defRPr sz="1200">
                <a:solidFill>
                  <a:srgbClr val="0F172A"/>
                </a:solidFill>
                <a:latin typeface="Segoe UI"/>
              </a:defRPr>
            </a:pPr>
            <a:r>
              <a:rPr lang="fr-FR" dirty="0">
                <a:solidFill>
                  <a:srgbClr val="CBD5E1"/>
                </a:solidFill>
              </a:rPr>
              <a:t>Déploiement sous 24-48h.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2651760"/>
            <a:ext cx="2514600" cy="3566160"/>
          </a:xfrm>
          <a:prstGeom prst="roundRect">
            <a:avLst/>
          </a:prstGeom>
          <a:solidFill>
            <a:srgbClr val="141E31"/>
          </a:solidFill>
          <a:ln w="15875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55080" y="2834640"/>
            <a:ext cx="2057400" cy="1713290"/>
          </a:xfrm>
          <a:prstGeom prst="rect">
            <a:avLst/>
          </a:prstGeom>
          <a:noFill/>
          <a:ln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2563EB"/>
                </a:solidFill>
                <a:latin typeface="Segoe UI"/>
              </a:defRPr>
            </a:pPr>
            <a:r>
              <a:rPr lang="fr-FR" dirty="0">
                <a:solidFill>
                  <a:srgbClr val="38BDF8"/>
                </a:solidFill>
              </a:rPr>
              <a:t>P3 : Moyenne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Segoe UI"/>
              </a:defRPr>
            </a:pPr>
            <a:r>
              <a:rPr lang="fr-FR" b="1" dirty="0">
                <a:solidFill>
                  <a:srgbClr val="CBD5E1"/>
                </a:solidFill>
              </a:rPr>
              <a:t>Anomalie mineure ou évolution standard.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Segoe UI"/>
              </a:defRPr>
            </a:pPr>
            <a:r>
              <a:rPr lang="fr-FR" dirty="0">
                <a:solidFill>
                  <a:srgbClr val="CBD5E1"/>
                </a:solidFill>
              </a:rPr>
              <a:t>Gêne limitée.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Segoe UI"/>
              </a:defRPr>
            </a:pPr>
            <a:endParaRPr lang="fr-FR" dirty="0">
              <a:solidFill>
                <a:srgbClr val="CBD5E1"/>
              </a:solidFill>
            </a:endParaRP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Segoe UI"/>
              </a:defRPr>
            </a:pPr>
            <a:r>
              <a:rPr lang="fr-FR" dirty="0">
                <a:solidFill>
                  <a:srgbClr val="CBD5E1"/>
                </a:solidFill>
              </a:rPr>
              <a:t>Action : Intégré dans le prochain lot / release planifiée.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823960" y="2651760"/>
            <a:ext cx="2514600" cy="3566160"/>
          </a:xfrm>
          <a:prstGeom prst="roundRect">
            <a:avLst/>
          </a:prstGeom>
          <a:solidFill>
            <a:srgbClr val="141E31"/>
          </a:solidFill>
          <a:ln w="15875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052560" y="2834640"/>
            <a:ext cx="2057400" cy="1636345"/>
          </a:xfrm>
          <a:prstGeom prst="rect">
            <a:avLst/>
          </a:prstGeom>
          <a:noFill/>
          <a:ln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8B5CF6"/>
                </a:solidFill>
                <a:latin typeface="Segoe UI"/>
              </a:defRPr>
            </a:pPr>
            <a:r>
              <a:rPr lang="fr-FR" dirty="0">
                <a:solidFill>
                  <a:srgbClr val="A78BFA"/>
                </a:solidFill>
              </a:rPr>
              <a:t>P4 : Basse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Segoe UI"/>
              </a:defRPr>
            </a:pPr>
            <a:r>
              <a:rPr lang="fr-FR" b="1" dirty="0">
                <a:solidFill>
                  <a:srgbClr val="CBD5E1"/>
                </a:solidFill>
              </a:rPr>
              <a:t>Défaut cosmétique, coquille textuelle, idée d'amélioration.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Segoe UI"/>
              </a:defRPr>
            </a:pPr>
            <a:endParaRPr lang="fr-FR" dirty="0">
              <a:solidFill>
                <a:srgbClr val="CBD5E1"/>
              </a:solidFill>
            </a:endParaRP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Segoe UI"/>
              </a:defRPr>
            </a:pPr>
            <a:r>
              <a:rPr lang="fr-FR" dirty="0">
                <a:solidFill>
                  <a:srgbClr val="CBD5E1"/>
                </a:solidFill>
              </a:rPr>
              <a:t>Action : Classé dans le </a:t>
            </a:r>
            <a:r>
              <a:rPr lang="fr-FR" dirty="0" err="1">
                <a:solidFill>
                  <a:srgbClr val="CBD5E1"/>
                </a:solidFill>
              </a:rPr>
              <a:t>backlog</a:t>
            </a:r>
            <a:r>
              <a:rPr lang="fr-FR" dirty="0">
                <a:solidFill>
                  <a:srgbClr val="CBD5E1"/>
                </a:solidFill>
              </a:rPr>
              <a:t> produit.</a:t>
            </a:r>
          </a:p>
        </p:txBody>
      </p:sp>
      <p:pic>
        <p:nvPicPr>
          <p:cNvPr id="19" name="Image 18" descr="Macron Jassume GIF by THEOTHERCOLORS">
            <a:extLst>
              <a:ext uri="{FF2B5EF4-FFF2-40B4-BE49-F238E27FC236}">
                <a16:creationId xmlns:a16="http://schemas.microsoft.com/office/drawing/2014/main" id="{CF279929-8AAF-72B8-44DE-50E86FF52C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7320" y="5233730"/>
            <a:ext cx="1098991" cy="1167070"/>
          </a:xfrm>
          <a:prstGeom prst="rect">
            <a:avLst/>
          </a:prstGeom>
        </p:spPr>
      </p:pic>
      <p:pic>
        <p:nvPicPr>
          <p:cNvPr id="20" name="Image 19" descr="Lets Go Running GIF by The Bear">
            <a:extLst>
              <a:ext uri="{FF2B5EF4-FFF2-40B4-BE49-F238E27FC236}">
                <a16:creationId xmlns:a16="http://schemas.microsoft.com/office/drawing/2014/main" id="{D4917BEE-E18E-624D-EA56-1E79097DE6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14956" y="5148094"/>
            <a:ext cx="1244360" cy="1244360"/>
          </a:xfrm>
          <a:prstGeom prst="rect">
            <a:avLst/>
          </a:prstGeom>
        </p:spPr>
      </p:pic>
      <p:pic>
        <p:nvPicPr>
          <p:cNvPr id="21" name="Image 20" descr="Think Barack Obama GIF by The Democrats">
            <a:extLst>
              <a:ext uri="{FF2B5EF4-FFF2-40B4-BE49-F238E27FC236}">
                <a16:creationId xmlns:a16="http://schemas.microsoft.com/office/drawing/2014/main" id="{6BC95BF1-9885-7BE7-15D4-81148C12C5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70734" y="4581860"/>
            <a:ext cx="1729596" cy="1729596"/>
          </a:xfrm>
          <a:prstGeom prst="rect">
            <a:avLst/>
          </a:prstGeom>
        </p:spPr>
      </p:pic>
      <p:pic>
        <p:nvPicPr>
          <p:cNvPr id="22" name="Image 21" descr="Snoop Dogg GIF by Corona USA">
            <a:extLst>
              <a:ext uri="{FF2B5EF4-FFF2-40B4-BE49-F238E27FC236}">
                <a16:creationId xmlns:a16="http://schemas.microsoft.com/office/drawing/2014/main" id="{0FFDCC6A-499D-C6F7-BA22-8D7FC550853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75748" y="5147609"/>
            <a:ext cx="2036732" cy="1163847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169277"/>
          </a:xfrm>
          <a:prstGeom prst="rect">
            <a:avLst/>
          </a:prstGeom>
          <a:noFill/>
          <a:ln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Segoe UI"/>
              </a:defRPr>
            </a:pPr>
            <a:r>
              <a:rPr lang="fr-FR">
                <a:solidFill>
                  <a:srgbClr val="38BDF8"/>
                </a:solidFill>
              </a:rPr>
              <a:t>CHAPITRE 5 : MÉTHODOLOGIE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369332"/>
          </a:xfrm>
          <a:prstGeom prst="rect">
            <a:avLst/>
          </a:prstGeom>
          <a:noFill/>
          <a:ln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"/>
              </a:defRPr>
            </a:pPr>
            <a:r>
              <a:rPr lang="fr-FR">
                <a:solidFill>
                  <a:srgbClr val="F8FAFC"/>
                </a:solidFill>
              </a:rPr>
              <a:t>Recueil du Besoin &amp; Rétro-Ingénierie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371600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41E31"/>
          </a:solidFill>
          <a:ln w="15875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1828800"/>
            <a:ext cx="4663440" cy="2836674"/>
          </a:xfrm>
          <a:prstGeom prst="rect">
            <a:avLst/>
          </a:prstGeom>
          <a:noFill/>
          <a:ln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2563EB"/>
                </a:solidFill>
                <a:latin typeface="Segoe UI"/>
              </a:defRPr>
            </a:pPr>
            <a:r>
              <a:rPr lang="fr-FR" dirty="0">
                <a:solidFill>
                  <a:srgbClr val="38BDF8"/>
                </a:solidFill>
              </a:rPr>
              <a:t>Pourquoi Recueillir en Maintenance ?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Segoe UI"/>
              </a:defRPr>
            </a:pPr>
            <a:r>
              <a:rPr lang="fr-FR" b="1" dirty="0">
                <a:solidFill>
                  <a:srgbClr val="CBD5E1"/>
                </a:solidFill>
              </a:rPr>
              <a:t>L'utilisateur exprime une envie ou un symptôme superficiel :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Segoe UI"/>
              </a:defRPr>
            </a:pPr>
            <a:r>
              <a:rPr lang="fr-FR" dirty="0">
                <a:solidFill>
                  <a:srgbClr val="CBD5E1"/>
                </a:solidFill>
              </a:rPr>
              <a:t>       « Ajoutez une case à cocher pour envoyer un mail. »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Segoe UI"/>
              </a:defRPr>
            </a:pPr>
            <a:endParaRPr lang="fr-FR" dirty="0">
              <a:solidFill>
                <a:srgbClr val="CBD5E1"/>
              </a:solidFill>
            </a:endParaRP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Segoe UI"/>
              </a:defRPr>
            </a:pPr>
            <a:r>
              <a:rPr lang="fr-FR" dirty="0">
                <a:solidFill>
                  <a:srgbClr val="CBD5E1"/>
                </a:solidFill>
              </a:rPr>
              <a:t>Le rôle du dev est de poser les bonnes questions cachées :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  <a:defRPr sz="1200">
                <a:solidFill>
                  <a:srgbClr val="0F172A"/>
                </a:solidFill>
                <a:latin typeface="Segoe UI"/>
              </a:defRPr>
            </a:pPr>
            <a:r>
              <a:rPr lang="fr-FR" dirty="0">
                <a:solidFill>
                  <a:srgbClr val="CBD5E1"/>
                </a:solidFill>
              </a:rPr>
              <a:t>Que se passe-t-il si l'envoi SMTP échoue ?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  <a:defRPr sz="1200">
                <a:solidFill>
                  <a:srgbClr val="0F172A"/>
                </a:solidFill>
                <a:latin typeface="Segoe UI"/>
              </a:defRPr>
            </a:pPr>
            <a:r>
              <a:rPr lang="fr-FR" dirty="0">
                <a:solidFill>
                  <a:srgbClr val="CBD5E1"/>
                </a:solidFill>
              </a:rPr>
              <a:t>Doit-on enregistrer une trace en base de données ?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  <a:defRPr sz="1200">
                <a:solidFill>
                  <a:srgbClr val="0F172A"/>
                </a:solidFill>
                <a:latin typeface="Segoe UI"/>
              </a:defRPr>
            </a:pPr>
            <a:r>
              <a:rPr lang="fr-FR" dirty="0">
                <a:solidFill>
                  <a:srgbClr val="CBD5E1"/>
                </a:solidFill>
              </a:rPr>
              <a:t>Quel est l'impact sur les performances si 5 000 utilisateurs cliquent en même temps ?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Segoe UI"/>
              </a:defRPr>
            </a:pPr>
            <a:endParaRPr lang="fr-FR" dirty="0">
              <a:solidFill>
                <a:srgbClr val="CBD5E1"/>
              </a:solidFill>
            </a:endParaRP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Segoe UI"/>
              </a:defRPr>
            </a:pPr>
            <a:r>
              <a:rPr lang="fr-FR" dirty="0">
                <a:solidFill>
                  <a:srgbClr val="CBD5E1"/>
                </a:solidFill>
              </a:rPr>
              <a:t>Transformation en User Story avec critères d'acceptation stricts.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645920"/>
            <a:ext cx="5120640" cy="4389120"/>
          </a:xfrm>
          <a:prstGeom prst="roundRect">
            <a:avLst/>
          </a:prstGeom>
          <a:solidFill>
            <a:srgbClr val="141E31"/>
          </a:solidFill>
          <a:ln w="15875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37960" y="1828800"/>
            <a:ext cx="4663440" cy="2128788"/>
          </a:xfrm>
          <a:prstGeom prst="rect">
            <a:avLst/>
          </a:prstGeom>
          <a:noFill/>
          <a:ln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8B5CF6"/>
                </a:solidFill>
                <a:latin typeface="Segoe UI"/>
              </a:defRPr>
            </a:pPr>
            <a:r>
              <a:rPr lang="fr-FR" dirty="0">
                <a:solidFill>
                  <a:srgbClr val="A78BFA"/>
                </a:solidFill>
              </a:rPr>
              <a:t>La Rétro-Ingénierie (Reverse Engineering)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Segoe UI"/>
              </a:defRPr>
            </a:pPr>
            <a:r>
              <a:rPr lang="fr-FR" b="1" dirty="0">
                <a:solidFill>
                  <a:srgbClr val="CBD5E1"/>
                </a:solidFill>
              </a:rPr>
              <a:t>Souvent, il n'y a pas de documentation à jour et le dev est parti !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Segoe UI"/>
              </a:defRPr>
            </a:pPr>
            <a:r>
              <a:rPr lang="fr-FR" dirty="0">
                <a:solidFill>
                  <a:srgbClr val="CBD5E1"/>
                </a:solidFill>
              </a:rPr>
              <a:t>Méthode pour comprendre le code existant :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  <a:defRPr sz="1200">
                <a:solidFill>
                  <a:srgbClr val="0F172A"/>
                </a:solidFill>
                <a:latin typeface="Segoe UI"/>
              </a:defRPr>
            </a:pPr>
            <a:r>
              <a:rPr lang="fr-FR" dirty="0">
                <a:solidFill>
                  <a:srgbClr val="CBD5E1"/>
                </a:solidFill>
              </a:rPr>
              <a:t>Identifier le point d'entrée (route URL / bouton cliqué).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  <a:defRPr sz="1200">
                <a:solidFill>
                  <a:srgbClr val="0F172A"/>
                </a:solidFill>
                <a:latin typeface="Segoe UI"/>
              </a:defRPr>
            </a:pPr>
            <a:r>
              <a:rPr lang="fr-FR" dirty="0">
                <a:solidFill>
                  <a:srgbClr val="CBD5E1"/>
                </a:solidFill>
              </a:rPr>
              <a:t>Suivre le flux : Contrôleur ➔ Service métier ➔ Requête SQL.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  <a:defRPr sz="1200">
                <a:solidFill>
                  <a:srgbClr val="0F172A"/>
                </a:solidFill>
                <a:latin typeface="Segoe UI"/>
              </a:defRPr>
            </a:pPr>
            <a:r>
              <a:rPr lang="fr-FR" dirty="0">
                <a:solidFill>
                  <a:srgbClr val="CBD5E1"/>
                </a:solidFill>
              </a:rPr>
              <a:t>Dessiner un schéma rapide de la BDD.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  <a:defRPr sz="1200">
                <a:solidFill>
                  <a:srgbClr val="0F172A"/>
                </a:solidFill>
                <a:latin typeface="Segoe UI"/>
              </a:defRPr>
            </a:pPr>
            <a:r>
              <a:rPr lang="fr-FR" dirty="0">
                <a:solidFill>
                  <a:srgbClr val="CBD5E1"/>
                </a:solidFill>
              </a:rPr>
              <a:t>Dessiner un diagramme de séquence simplifié du flux défaillant.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  <a:defRPr sz="1200">
                <a:solidFill>
                  <a:srgbClr val="0F172A"/>
                </a:solidFill>
                <a:latin typeface="Segoe UI"/>
              </a:defRPr>
            </a:pPr>
            <a:r>
              <a:rPr lang="fr-FR" dirty="0">
                <a:solidFill>
                  <a:srgbClr val="CBD5E1"/>
                </a:solidFill>
              </a:rPr>
              <a:t>Utiliser l’IA : là c’est un vrai gain de temps.</a:t>
            </a:r>
          </a:p>
        </p:txBody>
      </p:sp>
      <p:pic>
        <p:nvPicPr>
          <p:cNvPr id="12" name="Image 11" descr="Season 4 Episode 13 GIF by The Office">
            <a:extLst>
              <a:ext uri="{FF2B5EF4-FFF2-40B4-BE49-F238E27FC236}">
                <a16:creationId xmlns:a16="http://schemas.microsoft.com/office/drawing/2014/main" id="{5345C78C-0BF1-DB2A-EA4A-4E63C39E0B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5894" y="4790079"/>
            <a:ext cx="1344427" cy="1120356"/>
          </a:xfrm>
          <a:prstGeom prst="rect">
            <a:avLst/>
          </a:prstGeom>
        </p:spPr>
      </p:pic>
      <p:pic>
        <p:nvPicPr>
          <p:cNvPr id="13" name="Image 12" descr="Video gif. Little girl looks at us with a confused expression on her face and a math equation appears next to her. She looks around and then looks back at us.">
            <a:extLst>
              <a:ext uri="{FF2B5EF4-FFF2-40B4-BE49-F238E27FC236}">
                <a16:creationId xmlns:a16="http://schemas.microsoft.com/office/drawing/2014/main" id="{01740934-1056-A1CA-3DC5-7ED2AC9D25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5484" y="4235570"/>
            <a:ext cx="1468392" cy="1624028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169277"/>
          </a:xfrm>
          <a:prstGeom prst="rect">
            <a:avLst/>
          </a:prstGeom>
          <a:noFill/>
          <a:ln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Segoe UI"/>
              </a:defRPr>
            </a:pPr>
            <a:r>
              <a:rPr lang="fr-FR">
                <a:solidFill>
                  <a:srgbClr val="38BDF8"/>
                </a:solidFill>
              </a:rPr>
              <a:t>CHAPITRE 5 : MÉTHODOLOGIE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369332"/>
          </a:xfrm>
          <a:prstGeom prst="rect">
            <a:avLst/>
          </a:prstGeom>
          <a:noFill/>
          <a:ln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"/>
              </a:defRPr>
            </a:pPr>
            <a:r>
              <a:rPr lang="fr-FR">
                <a:solidFill>
                  <a:srgbClr val="F8FAFC"/>
                </a:solidFill>
              </a:rPr>
              <a:t>L'Analyse d'Impact : Regarder avant de sauter !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371600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2514600" cy="4572000"/>
          </a:xfrm>
          <a:prstGeom prst="roundRect">
            <a:avLst/>
          </a:prstGeom>
          <a:solidFill>
            <a:srgbClr val="141E31"/>
          </a:solidFill>
          <a:ln w="15875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1828800"/>
            <a:ext cx="2057400" cy="2344231"/>
          </a:xfrm>
          <a:prstGeom prst="rect">
            <a:avLst/>
          </a:prstGeom>
          <a:noFill/>
          <a:ln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2563EB"/>
                </a:solidFill>
                <a:latin typeface="Segoe UI"/>
              </a:defRPr>
            </a:pPr>
            <a:r>
              <a:rPr lang="fr-FR" dirty="0">
                <a:solidFill>
                  <a:srgbClr val="38BDF8"/>
                </a:solidFill>
              </a:rPr>
              <a:t>1. Impact BDD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  <a:defRPr sz="1200">
                <a:solidFill>
                  <a:srgbClr val="0F172A"/>
                </a:solidFill>
                <a:latin typeface="Segoe UI"/>
              </a:defRPr>
            </a:pPr>
            <a:r>
              <a:rPr lang="fr-FR" dirty="0">
                <a:solidFill>
                  <a:srgbClr val="CBD5E1"/>
                </a:solidFill>
              </a:rPr>
              <a:t>Colonne ajoutée ou modifiée ?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  <a:defRPr sz="1200">
                <a:solidFill>
                  <a:srgbClr val="0F172A"/>
                </a:solidFill>
                <a:latin typeface="Segoe UI"/>
              </a:defRPr>
            </a:pPr>
            <a:r>
              <a:rPr lang="fr-FR" dirty="0">
                <a:solidFill>
                  <a:srgbClr val="CBD5E1"/>
                </a:solidFill>
              </a:rPr>
              <a:t>Risque de NOT NULL sur des lignes existantes ?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  <a:defRPr sz="1200">
                <a:solidFill>
                  <a:srgbClr val="0F172A"/>
                </a:solidFill>
                <a:latin typeface="Segoe UI"/>
              </a:defRPr>
            </a:pPr>
            <a:r>
              <a:rPr lang="fr-FR" dirty="0">
                <a:solidFill>
                  <a:srgbClr val="CBD5E1"/>
                </a:solidFill>
              </a:rPr>
              <a:t>Clés étrangères (FK) affectées ?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  <a:defRPr sz="1200">
                <a:solidFill>
                  <a:srgbClr val="0F172A"/>
                </a:solidFill>
                <a:latin typeface="Segoe UI"/>
              </a:defRPr>
            </a:pPr>
            <a:r>
              <a:rPr lang="fr-FR" dirty="0">
                <a:solidFill>
                  <a:srgbClr val="CBD5E1"/>
                </a:solidFill>
              </a:rPr>
              <a:t>Données historiques corrompues ?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  <a:defRPr sz="1200">
                <a:solidFill>
                  <a:srgbClr val="0F172A"/>
                </a:solidFill>
                <a:latin typeface="Segoe UI"/>
              </a:defRPr>
            </a:pPr>
            <a:r>
              <a:rPr lang="fr-FR" dirty="0">
                <a:solidFill>
                  <a:srgbClr val="CBD5E1"/>
                </a:solidFill>
              </a:rPr>
              <a:t>…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1645920"/>
            <a:ext cx="2514600" cy="4572000"/>
          </a:xfrm>
          <a:prstGeom prst="roundRect">
            <a:avLst/>
          </a:prstGeom>
          <a:solidFill>
            <a:srgbClr val="141E31"/>
          </a:solidFill>
          <a:ln w="15875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57600" y="1828800"/>
            <a:ext cx="2057400" cy="2082621"/>
          </a:xfrm>
          <a:prstGeom prst="rect">
            <a:avLst/>
          </a:prstGeom>
          <a:noFill/>
          <a:ln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59E0B"/>
                </a:solidFill>
                <a:latin typeface="Segoe UI"/>
              </a:defRPr>
            </a:pPr>
            <a:r>
              <a:rPr lang="fr-FR" dirty="0">
                <a:solidFill>
                  <a:srgbClr val="FBBF24"/>
                </a:solidFill>
              </a:rPr>
              <a:t>2. Impact Code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  <a:defRPr sz="1200">
                <a:solidFill>
                  <a:srgbClr val="0F172A"/>
                </a:solidFill>
                <a:latin typeface="Segoe UI"/>
              </a:defRPr>
            </a:pPr>
            <a:r>
              <a:rPr lang="fr-FR" dirty="0">
                <a:solidFill>
                  <a:srgbClr val="CBD5E1"/>
                </a:solidFill>
              </a:rPr>
              <a:t>Qui d'autre appelle cette méthode ?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  <a:defRPr sz="1200">
                <a:solidFill>
                  <a:srgbClr val="0F172A"/>
                </a:solidFill>
                <a:latin typeface="Segoe UI"/>
              </a:defRPr>
            </a:pPr>
            <a:r>
              <a:rPr lang="fr-FR" dirty="0">
                <a:solidFill>
                  <a:srgbClr val="CBD5E1"/>
                </a:solidFill>
              </a:rPr>
              <a:t>Effets de bord cachés (</a:t>
            </a:r>
            <a:r>
              <a:rPr lang="fr-FR" dirty="0" err="1">
                <a:solidFill>
                  <a:srgbClr val="CBD5E1"/>
                </a:solidFill>
              </a:rPr>
              <a:t>listeners</a:t>
            </a:r>
            <a:r>
              <a:rPr lang="fr-FR" dirty="0">
                <a:solidFill>
                  <a:srgbClr val="CBD5E1"/>
                </a:solidFill>
              </a:rPr>
              <a:t>, triggers, événements) ?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  <a:defRPr sz="1200">
                <a:solidFill>
                  <a:srgbClr val="0F172A"/>
                </a:solidFill>
                <a:latin typeface="Segoe UI"/>
              </a:defRPr>
            </a:pPr>
            <a:r>
              <a:rPr lang="fr-FR" dirty="0">
                <a:solidFill>
                  <a:srgbClr val="CBD5E1"/>
                </a:solidFill>
              </a:rPr>
              <a:t>Changement de signature d'API ?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  <a:defRPr sz="1200">
                <a:solidFill>
                  <a:srgbClr val="0F172A"/>
                </a:solidFill>
                <a:latin typeface="Segoe UI"/>
              </a:defRPr>
            </a:pPr>
            <a:r>
              <a:rPr lang="fr-FR" dirty="0">
                <a:solidFill>
                  <a:srgbClr val="CBD5E1"/>
                </a:solidFill>
              </a:rPr>
              <a:t>…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645920"/>
            <a:ext cx="2514600" cy="4572000"/>
          </a:xfrm>
          <a:prstGeom prst="roundRect">
            <a:avLst/>
          </a:prstGeom>
          <a:solidFill>
            <a:srgbClr val="141E31"/>
          </a:solidFill>
          <a:ln w="15875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55080" y="1828800"/>
            <a:ext cx="2057400" cy="1897955"/>
          </a:xfrm>
          <a:prstGeom prst="rect">
            <a:avLst/>
          </a:prstGeom>
          <a:noFill/>
          <a:ln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10B981"/>
                </a:solidFill>
                <a:latin typeface="Segoe UI"/>
              </a:defRPr>
            </a:pPr>
            <a:r>
              <a:rPr lang="fr-FR" dirty="0">
                <a:solidFill>
                  <a:srgbClr val="34D399"/>
                </a:solidFill>
              </a:rPr>
              <a:t>3. Impact Métier / UI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  <a:defRPr sz="1200">
                <a:solidFill>
                  <a:srgbClr val="0F172A"/>
                </a:solidFill>
                <a:latin typeface="Segoe UI"/>
              </a:defRPr>
            </a:pPr>
            <a:r>
              <a:rPr lang="fr-FR" dirty="0">
                <a:solidFill>
                  <a:srgbClr val="CBD5E1"/>
                </a:solidFill>
              </a:rPr>
              <a:t>L'interface est-elle toujours réactive et responsive ?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  <a:defRPr sz="1200">
                <a:solidFill>
                  <a:srgbClr val="0F172A"/>
                </a:solidFill>
                <a:latin typeface="Segoe UI"/>
              </a:defRPr>
            </a:pPr>
            <a:r>
              <a:rPr lang="fr-FR" dirty="0">
                <a:solidFill>
                  <a:srgbClr val="CBD5E1"/>
                </a:solidFill>
              </a:rPr>
              <a:t>Les utilisateurs perdent-ils leurs repères habituels ?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  <a:defRPr sz="1200">
                <a:solidFill>
                  <a:srgbClr val="0F172A"/>
                </a:solidFill>
                <a:latin typeface="Segoe UI"/>
              </a:defRPr>
            </a:pPr>
            <a:r>
              <a:rPr lang="fr-FR" dirty="0">
                <a:solidFill>
                  <a:srgbClr val="CBD5E1"/>
                </a:solidFill>
              </a:rPr>
              <a:t>Faut-il mettre à jour la documentation utilisateur ?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  <a:defRPr sz="1200">
                <a:solidFill>
                  <a:srgbClr val="0F172A"/>
                </a:solidFill>
                <a:latin typeface="Segoe UI"/>
              </a:defRPr>
            </a:pPr>
            <a:r>
              <a:rPr lang="fr-FR" dirty="0">
                <a:solidFill>
                  <a:srgbClr val="CBD5E1"/>
                </a:solidFill>
              </a:rPr>
              <a:t>…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823960" y="1645920"/>
            <a:ext cx="2514600" cy="4572000"/>
          </a:xfrm>
          <a:prstGeom prst="roundRect">
            <a:avLst/>
          </a:prstGeom>
          <a:solidFill>
            <a:srgbClr val="141E31"/>
          </a:solidFill>
          <a:ln w="15875">
            <a:solidFill>
              <a:srgbClr val="FB71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052560" y="1828800"/>
            <a:ext cx="2057400" cy="2344231"/>
          </a:xfrm>
          <a:prstGeom prst="rect">
            <a:avLst/>
          </a:prstGeom>
          <a:noFill/>
          <a:ln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EF4444"/>
                </a:solidFill>
                <a:latin typeface="Segoe UI"/>
              </a:defRPr>
            </a:pPr>
            <a:r>
              <a:rPr lang="fr-FR" dirty="0">
                <a:solidFill>
                  <a:srgbClr val="FB7185"/>
                </a:solidFill>
              </a:rPr>
              <a:t>4. Impact Sécurité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  <a:defRPr sz="1200">
                <a:solidFill>
                  <a:srgbClr val="0F172A"/>
                </a:solidFill>
                <a:latin typeface="Segoe UI"/>
              </a:defRPr>
            </a:pPr>
            <a:r>
              <a:rPr lang="fr-FR" dirty="0">
                <a:solidFill>
                  <a:srgbClr val="CBD5E1"/>
                </a:solidFill>
              </a:rPr>
              <a:t>Les nouvelles données sont-elles validées côté serveur ?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  <a:defRPr sz="1200">
                <a:solidFill>
                  <a:srgbClr val="0F172A"/>
                </a:solidFill>
                <a:latin typeface="Segoe UI"/>
              </a:defRPr>
            </a:pPr>
            <a:r>
              <a:rPr lang="fr-FR" dirty="0">
                <a:solidFill>
                  <a:srgbClr val="CBD5E1"/>
                </a:solidFill>
              </a:rPr>
              <a:t>Risque d'injections SQL ou XSS ?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  <a:defRPr sz="1200">
                <a:solidFill>
                  <a:srgbClr val="0F172A"/>
                </a:solidFill>
                <a:latin typeface="Segoe UI"/>
              </a:defRPr>
            </a:pPr>
            <a:r>
              <a:rPr lang="fr-FR" dirty="0">
                <a:solidFill>
                  <a:srgbClr val="CBD5E1"/>
                </a:solidFill>
              </a:rPr>
              <a:t>Droits et rôles utilisateurs respectés ?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  <a:defRPr sz="1200">
                <a:solidFill>
                  <a:srgbClr val="0F172A"/>
                </a:solidFill>
                <a:latin typeface="Segoe UI"/>
              </a:defRPr>
            </a:pPr>
            <a:r>
              <a:rPr lang="fr-FR" dirty="0">
                <a:solidFill>
                  <a:srgbClr val="CBD5E1"/>
                </a:solidFill>
              </a:rPr>
              <a:t>…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  <a:defRPr sz="1200">
                <a:solidFill>
                  <a:srgbClr val="0F172A"/>
                </a:solidFill>
                <a:latin typeface="Segoe UI"/>
              </a:defRPr>
            </a:pPr>
            <a:endParaRPr lang="fr-FR" dirty="0">
              <a:solidFill>
                <a:srgbClr val="CBD5E1"/>
              </a:solidFill>
            </a:endParaRPr>
          </a:p>
        </p:txBody>
      </p:sp>
      <p:pic>
        <p:nvPicPr>
          <p:cNvPr id="18" name="Image 17" descr="Prepare Get Ready GIF by STARZ">
            <a:extLst>
              <a:ext uri="{FF2B5EF4-FFF2-40B4-BE49-F238E27FC236}">
                <a16:creationId xmlns:a16="http://schemas.microsoft.com/office/drawing/2014/main" id="{F85BC67D-50F9-3B67-43FF-DAC1038C35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3870" y="4359934"/>
            <a:ext cx="3390900" cy="1905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169277"/>
          </a:xfrm>
          <a:prstGeom prst="rect">
            <a:avLst/>
          </a:prstGeom>
          <a:noFill/>
          <a:ln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Segoe UI"/>
              </a:defRPr>
            </a:pPr>
            <a:r>
              <a:rPr lang="fr-FR">
                <a:solidFill>
                  <a:srgbClr val="38BDF8"/>
                </a:solidFill>
              </a:rPr>
              <a:t>CHAPITRE 6 : CYCLES &amp; VERSIONING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369332"/>
          </a:xfrm>
          <a:prstGeom prst="rect">
            <a:avLst/>
          </a:prstGeom>
          <a:noFill/>
          <a:ln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"/>
              </a:defRPr>
            </a:pPr>
            <a:r>
              <a:rPr lang="fr-FR">
                <a:solidFill>
                  <a:srgbClr val="F8FAFC"/>
                </a:solidFill>
              </a:rPr>
              <a:t>Le Versioning Sémantique : SemVer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371600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10698480" cy="1097280"/>
          </a:xfrm>
          <a:prstGeom prst="roundRect">
            <a:avLst/>
          </a:prstGeom>
          <a:solidFill>
            <a:srgbClr val="070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0EA5E9"/>
                </a:solidFill>
                <a:latin typeface="Segoe UI"/>
              </a:defRPr>
            </a:pPr>
            <a:r>
              <a:rPr lang="en-US">
                <a:solidFill>
                  <a:srgbClr val="CBD5E1"/>
                </a:solidFill>
              </a:rPr>
              <a:t>Format Officiel : v MAJOR . MINOR . PATCH   (ex: v 2 . 4 . 1)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926080"/>
            <a:ext cx="3383280" cy="3291840"/>
          </a:xfrm>
          <a:prstGeom prst="roundRect">
            <a:avLst/>
          </a:prstGeom>
          <a:solidFill>
            <a:srgbClr val="141E31"/>
          </a:solidFill>
          <a:ln w="15875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60120" y="3108960"/>
            <a:ext cx="2926080" cy="1605568"/>
          </a:xfrm>
          <a:prstGeom prst="rect">
            <a:avLst/>
          </a:prstGeom>
          <a:noFill/>
          <a:ln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10B981"/>
                </a:solidFill>
                <a:latin typeface="Segoe UI"/>
              </a:defRPr>
            </a:pPr>
            <a:r>
              <a:rPr lang="fr-FR">
                <a:solidFill>
                  <a:srgbClr val="34D399"/>
                </a:solidFill>
              </a:rPr>
              <a:t>PATCH (Correctif)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Segoe UI"/>
              </a:defRPr>
            </a:pPr>
            <a:r>
              <a:rPr lang="fr-FR">
                <a:solidFill>
                  <a:srgbClr val="CBD5E1"/>
                </a:solidFill>
              </a:rPr>
              <a:t>• v2.4.0 ➔ v2.4.1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Segoe UI"/>
              </a:defRPr>
            </a:pPr>
            <a:r>
              <a:rPr lang="fr-FR">
                <a:solidFill>
                  <a:srgbClr val="CBD5E1"/>
                </a:solidFill>
              </a:rPr>
              <a:t>• • Correction de bugs.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Segoe UI"/>
              </a:defRPr>
            </a:pPr>
            <a:r>
              <a:rPr lang="fr-FR">
                <a:solidFill>
                  <a:srgbClr val="CBD5E1"/>
                </a:solidFill>
              </a:rPr>
              <a:t>• • 100% rétro-compatible.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Segoe UI"/>
              </a:defRPr>
            </a:pPr>
            <a:r>
              <a:rPr lang="fr-FR">
                <a:solidFill>
                  <a:srgbClr val="CBD5E1"/>
                </a:solidFill>
              </a:rPr>
              <a:t>• • Aucune nouvelle fonction.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Segoe UI"/>
              </a:defRPr>
            </a:pPr>
            <a:r>
              <a:rPr lang="fr-FR">
                <a:solidFill>
                  <a:srgbClr val="CBD5E1"/>
                </a:solidFill>
              </a:rPr>
              <a:t>• • Déploiement sans risque pour l'existant.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2926080"/>
            <a:ext cx="3383280" cy="3291840"/>
          </a:xfrm>
          <a:prstGeom prst="roundRect">
            <a:avLst/>
          </a:prstGeom>
          <a:solidFill>
            <a:srgbClr val="141E31"/>
          </a:solidFill>
          <a:ln w="15875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17720" y="3108960"/>
            <a:ext cx="2926080" cy="1343958"/>
          </a:xfrm>
          <a:prstGeom prst="rect">
            <a:avLst/>
          </a:prstGeom>
          <a:noFill/>
          <a:ln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2563EB"/>
                </a:solidFill>
                <a:latin typeface="Segoe UI"/>
              </a:defRPr>
            </a:pPr>
            <a:r>
              <a:rPr lang="fr-FR">
                <a:solidFill>
                  <a:srgbClr val="38BDF8"/>
                </a:solidFill>
              </a:rPr>
              <a:t>MINOR (Évolution)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Segoe UI"/>
              </a:defRPr>
            </a:pPr>
            <a:r>
              <a:rPr lang="fr-FR">
                <a:solidFill>
                  <a:srgbClr val="CBD5E1"/>
                </a:solidFill>
              </a:rPr>
              <a:t>• v2.4.1 ➔ v2.5.0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Segoe UI"/>
              </a:defRPr>
            </a:pPr>
            <a:r>
              <a:rPr lang="fr-FR">
                <a:solidFill>
                  <a:srgbClr val="CBD5E1"/>
                </a:solidFill>
              </a:rPr>
              <a:t>• • Nouvelles fonctionnalités ajoutées.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Segoe UI"/>
              </a:defRPr>
            </a:pPr>
            <a:r>
              <a:rPr lang="fr-FR">
                <a:solidFill>
                  <a:srgbClr val="CBD5E1"/>
                </a:solidFill>
              </a:rPr>
              <a:t>• • 100% rétro-compatible avec l'existant.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Segoe UI"/>
              </a:defRPr>
            </a:pPr>
            <a:r>
              <a:rPr lang="fr-FR">
                <a:solidFill>
                  <a:srgbClr val="CBD5E1"/>
                </a:solidFill>
              </a:rPr>
              <a:t>• • Le chiffre de PATCH repasse à 0.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2926080"/>
            <a:ext cx="3383280" cy="3291840"/>
          </a:xfrm>
          <a:prstGeom prst="roundRect">
            <a:avLst/>
          </a:prstGeom>
          <a:solidFill>
            <a:srgbClr val="141E31"/>
          </a:solidFill>
          <a:ln w="15875">
            <a:solidFill>
              <a:srgbClr val="FB71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75320" y="3108960"/>
            <a:ext cx="2926080" cy="1713290"/>
          </a:xfrm>
          <a:prstGeom prst="rect">
            <a:avLst/>
          </a:prstGeom>
          <a:noFill/>
          <a:ln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EF4444"/>
                </a:solidFill>
                <a:latin typeface="Segoe UI"/>
              </a:defRPr>
            </a:pPr>
            <a:r>
              <a:rPr lang="fr-FR" dirty="0">
                <a:solidFill>
                  <a:srgbClr val="FB7185"/>
                </a:solidFill>
              </a:rPr>
              <a:t>MAJOR (Rupture)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Segoe UI"/>
              </a:defRPr>
            </a:pPr>
            <a:r>
              <a:rPr lang="fr-FR" b="1" dirty="0">
                <a:solidFill>
                  <a:srgbClr val="CBD5E1"/>
                </a:solidFill>
              </a:rPr>
              <a:t>v2.5.0 ➔ v3.0.0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  <a:defRPr sz="1200">
                <a:solidFill>
                  <a:srgbClr val="0F172A"/>
                </a:solidFill>
                <a:latin typeface="Segoe UI"/>
              </a:defRPr>
            </a:pPr>
            <a:r>
              <a:rPr lang="fr-FR" dirty="0">
                <a:solidFill>
                  <a:srgbClr val="CBD5E1"/>
                </a:solidFill>
              </a:rPr>
              <a:t>Rupture de compatibilité descendante (Breaking Change).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  <a:defRPr sz="1200">
                <a:solidFill>
                  <a:srgbClr val="0F172A"/>
                </a:solidFill>
                <a:latin typeface="Segoe UI"/>
              </a:defRPr>
            </a:pPr>
            <a:r>
              <a:rPr lang="fr-FR" dirty="0">
                <a:solidFill>
                  <a:srgbClr val="CBD5E1"/>
                </a:solidFill>
              </a:rPr>
              <a:t>Refonte d'API, refonte BDD majeure.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  <a:defRPr sz="1200">
                <a:solidFill>
                  <a:srgbClr val="0F172A"/>
                </a:solidFill>
                <a:latin typeface="Segoe UI"/>
              </a:defRPr>
            </a:pPr>
            <a:r>
              <a:rPr lang="fr-FR" dirty="0">
                <a:solidFill>
                  <a:srgbClr val="CBD5E1"/>
                </a:solidFill>
              </a:rPr>
              <a:t>Les clients existants doivent être adaptés.</a:t>
            </a:r>
          </a:p>
        </p:txBody>
      </p:sp>
      <p:pic>
        <p:nvPicPr>
          <p:cNvPr id="16" name="Image 15" descr="eli wallach patch GIF">
            <a:extLst>
              <a:ext uri="{FF2B5EF4-FFF2-40B4-BE49-F238E27FC236}">
                <a16:creationId xmlns:a16="http://schemas.microsoft.com/office/drawing/2014/main" id="{D9B9E79E-220D-205E-155F-01196C882F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4592" y="4897408"/>
            <a:ext cx="2177136" cy="1223110"/>
          </a:xfrm>
          <a:prstGeom prst="rect">
            <a:avLst/>
          </a:prstGeom>
        </p:spPr>
      </p:pic>
      <p:pic>
        <p:nvPicPr>
          <p:cNvPr id="17" name="Image 16" descr="Amy Poehler A Tiny Bit GIF">
            <a:extLst>
              <a:ext uri="{FF2B5EF4-FFF2-40B4-BE49-F238E27FC236}">
                <a16:creationId xmlns:a16="http://schemas.microsoft.com/office/drawing/2014/main" id="{F0B5B0CB-E959-5BF2-C721-D2626A8CD2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5728" y="4561827"/>
            <a:ext cx="1547183" cy="1547183"/>
          </a:xfrm>
          <a:prstGeom prst="rect">
            <a:avLst/>
          </a:prstGeom>
        </p:spPr>
      </p:pic>
      <p:pic>
        <p:nvPicPr>
          <p:cNvPr id="18" name="Image 17" descr="dress better disney princess GIF by Disney">
            <a:extLst>
              <a:ext uri="{FF2B5EF4-FFF2-40B4-BE49-F238E27FC236}">
                <a16:creationId xmlns:a16="http://schemas.microsoft.com/office/drawing/2014/main" id="{2612367B-32E7-5B53-124A-4C590B0197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99594" y="4878312"/>
            <a:ext cx="1677531" cy="1261302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169277"/>
          </a:xfrm>
          <a:prstGeom prst="rect">
            <a:avLst/>
          </a:prstGeom>
          <a:noFill/>
          <a:ln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Segoe UI"/>
              </a:defRPr>
            </a:pPr>
            <a:r>
              <a:rPr lang="fr-FR">
                <a:solidFill>
                  <a:srgbClr val="38BDF8"/>
                </a:solidFill>
              </a:rPr>
              <a:t>CHAPITRE 6 : CYCLES &amp; VERSIONING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369332"/>
          </a:xfrm>
          <a:prstGeom prst="rect">
            <a:avLst/>
          </a:prstGeom>
          <a:noFill/>
          <a:ln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"/>
              </a:defRPr>
            </a:pPr>
            <a:r>
              <a:rPr lang="fr-FR">
                <a:solidFill>
                  <a:srgbClr val="F8FAFC"/>
                </a:solidFill>
              </a:rPr>
              <a:t>Git en Maintenance : Gérer les Hotfixes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371600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41E31"/>
          </a:solidFill>
          <a:ln w="15875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1828800"/>
            <a:ext cx="4663440" cy="1713290"/>
          </a:xfrm>
          <a:prstGeom prst="rect">
            <a:avLst/>
          </a:prstGeom>
          <a:noFill/>
          <a:ln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59E0B"/>
                </a:solidFill>
                <a:latin typeface="Segoe UI"/>
              </a:defRPr>
            </a:pPr>
            <a:r>
              <a:rPr lang="fr-FR" dirty="0">
                <a:solidFill>
                  <a:srgbClr val="FBBF24"/>
                </a:solidFill>
              </a:rPr>
              <a:t>Le Problème Git Classique en Entreprise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  <a:defRPr sz="1200">
                <a:solidFill>
                  <a:srgbClr val="0F172A"/>
                </a:solidFill>
                <a:latin typeface="Segoe UI"/>
              </a:defRPr>
            </a:pPr>
            <a:r>
              <a:rPr lang="fr-FR" dirty="0">
                <a:solidFill>
                  <a:srgbClr val="CBD5E1"/>
                </a:solidFill>
              </a:rPr>
              <a:t>La branche 'main' est en production (v1.2.0).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  <a:defRPr sz="1200">
                <a:solidFill>
                  <a:srgbClr val="0F172A"/>
                </a:solidFill>
                <a:latin typeface="Segoe UI"/>
              </a:defRPr>
            </a:pPr>
            <a:r>
              <a:rPr lang="fr-FR" dirty="0">
                <a:solidFill>
                  <a:srgbClr val="CBD5E1"/>
                </a:solidFill>
              </a:rPr>
              <a:t>L'équipe travaille sur '</a:t>
            </a:r>
            <a:r>
              <a:rPr lang="fr-FR" dirty="0" err="1">
                <a:solidFill>
                  <a:srgbClr val="CBD5E1"/>
                </a:solidFill>
              </a:rPr>
              <a:t>develop</a:t>
            </a:r>
            <a:r>
              <a:rPr lang="fr-FR" dirty="0">
                <a:solidFill>
                  <a:srgbClr val="CBD5E1"/>
                </a:solidFill>
              </a:rPr>
              <a:t>' avec des fonctionnalités à moitié terminées prévues pour la v1.3.0.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  <a:defRPr sz="1200">
                <a:solidFill>
                  <a:srgbClr val="0F172A"/>
                </a:solidFill>
                <a:latin typeface="Segoe UI"/>
              </a:defRPr>
            </a:pPr>
            <a:r>
              <a:rPr lang="fr-FR" dirty="0">
                <a:solidFill>
                  <a:srgbClr val="CBD5E1"/>
                </a:solidFill>
              </a:rPr>
              <a:t>🔥 Un bug critique survient en production !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  <a:defRPr sz="1200">
                <a:solidFill>
                  <a:srgbClr val="0F172A"/>
                </a:solidFill>
                <a:latin typeface="Segoe UI"/>
              </a:defRPr>
            </a:pPr>
            <a:r>
              <a:rPr lang="fr-FR" dirty="0">
                <a:solidFill>
                  <a:srgbClr val="CBD5E1"/>
                </a:solidFill>
              </a:rPr>
              <a:t>Comment livrer le correctif en urgence SANS déployer le code instable en cours sur '</a:t>
            </a:r>
            <a:r>
              <a:rPr lang="fr-FR" dirty="0" err="1">
                <a:solidFill>
                  <a:srgbClr val="CBD5E1"/>
                </a:solidFill>
              </a:rPr>
              <a:t>develop</a:t>
            </a:r>
            <a:r>
              <a:rPr lang="fr-FR" dirty="0">
                <a:solidFill>
                  <a:srgbClr val="CBD5E1"/>
                </a:solidFill>
              </a:rPr>
              <a:t>' 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645920"/>
            <a:ext cx="5120640" cy="4389120"/>
          </a:xfrm>
          <a:prstGeom prst="roundRect">
            <a:avLst/>
          </a:prstGeom>
          <a:solidFill>
            <a:srgbClr val="141E31"/>
          </a:solidFill>
          <a:ln w="15875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37960" y="1828800"/>
            <a:ext cx="4663440" cy="1790234"/>
          </a:xfrm>
          <a:prstGeom prst="rect">
            <a:avLst/>
          </a:prstGeom>
          <a:noFill/>
          <a:ln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10B981"/>
                </a:solidFill>
                <a:latin typeface="Segoe UI"/>
              </a:defRPr>
            </a:pPr>
            <a:r>
              <a:rPr lang="fr-FR" dirty="0">
                <a:solidFill>
                  <a:srgbClr val="34D399"/>
                </a:solidFill>
              </a:rPr>
              <a:t>La Procédure </a:t>
            </a:r>
            <a:r>
              <a:rPr lang="fr-FR" dirty="0" err="1">
                <a:solidFill>
                  <a:srgbClr val="34D399"/>
                </a:solidFill>
              </a:rPr>
              <a:t>Hotfix</a:t>
            </a:r>
            <a:r>
              <a:rPr lang="fr-FR" dirty="0">
                <a:solidFill>
                  <a:srgbClr val="34D399"/>
                </a:solidFill>
              </a:rPr>
              <a:t> Professionnelle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  <a:defRPr sz="1200">
                <a:solidFill>
                  <a:srgbClr val="0F172A"/>
                </a:solidFill>
                <a:latin typeface="Segoe UI"/>
              </a:defRPr>
            </a:pPr>
            <a:r>
              <a:rPr lang="fr-FR" dirty="0">
                <a:solidFill>
                  <a:srgbClr val="CBD5E1"/>
                </a:solidFill>
              </a:rPr>
              <a:t>Créer une branche '</a:t>
            </a:r>
            <a:r>
              <a:rPr lang="fr-FR" dirty="0" err="1">
                <a:solidFill>
                  <a:srgbClr val="CBD5E1"/>
                </a:solidFill>
              </a:rPr>
              <a:t>hotfix</a:t>
            </a:r>
            <a:r>
              <a:rPr lang="fr-FR" dirty="0">
                <a:solidFill>
                  <a:srgbClr val="CBD5E1"/>
                </a:solidFill>
              </a:rPr>
              <a:t>/bug-nom' directement depuis 'main'.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  <a:defRPr sz="1200">
                <a:solidFill>
                  <a:srgbClr val="0F172A"/>
                </a:solidFill>
                <a:latin typeface="Segoe UI"/>
              </a:defRPr>
            </a:pPr>
            <a:r>
              <a:rPr lang="fr-FR" dirty="0">
                <a:solidFill>
                  <a:srgbClr val="CBD5E1"/>
                </a:solidFill>
              </a:rPr>
              <a:t>Corriger le bug de façon isolée et tester.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  <a:defRPr sz="1200">
                <a:solidFill>
                  <a:srgbClr val="0F172A"/>
                </a:solidFill>
                <a:latin typeface="Segoe UI"/>
              </a:defRPr>
            </a:pPr>
            <a:r>
              <a:rPr lang="fr-FR" dirty="0">
                <a:solidFill>
                  <a:srgbClr val="CBD5E1"/>
                </a:solidFill>
              </a:rPr>
              <a:t>Fusionner (merge) la branche sur 'main' et taguer v1.2.1.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  <a:defRPr sz="1200">
                <a:solidFill>
                  <a:srgbClr val="0F172A"/>
                </a:solidFill>
                <a:latin typeface="Segoe UI"/>
              </a:defRPr>
            </a:pPr>
            <a:r>
              <a:rPr lang="fr-FR" dirty="0">
                <a:solidFill>
                  <a:srgbClr val="CBD5E1"/>
                </a:solidFill>
              </a:rPr>
              <a:t>RÈGLE CRUCIALE : Fusionner AUSSI sur '</a:t>
            </a:r>
            <a:r>
              <a:rPr lang="fr-FR" dirty="0" err="1">
                <a:solidFill>
                  <a:srgbClr val="CBD5E1"/>
                </a:solidFill>
              </a:rPr>
              <a:t>develop</a:t>
            </a:r>
            <a:r>
              <a:rPr lang="fr-FR" dirty="0">
                <a:solidFill>
                  <a:srgbClr val="CBD5E1"/>
                </a:solidFill>
              </a:rPr>
              <a:t>' pour que le bug ne réapparaisse pas lors de la prochaine release !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  <a:defRPr sz="1200">
                <a:solidFill>
                  <a:srgbClr val="0F172A"/>
                </a:solidFill>
                <a:latin typeface="Segoe UI"/>
              </a:defRPr>
            </a:pPr>
            <a:r>
              <a:rPr lang="fr-FR" dirty="0">
                <a:solidFill>
                  <a:srgbClr val="CBD5E1"/>
                </a:solidFill>
              </a:rPr>
              <a:t>Supprimer la branche temporaire de </a:t>
            </a:r>
            <a:r>
              <a:rPr lang="fr-FR" dirty="0" err="1">
                <a:solidFill>
                  <a:srgbClr val="CBD5E1"/>
                </a:solidFill>
              </a:rPr>
              <a:t>hotfix</a:t>
            </a:r>
            <a:r>
              <a:rPr lang="fr-FR" dirty="0">
                <a:solidFill>
                  <a:srgbClr val="CBD5E1"/>
                </a:solidFill>
              </a:rPr>
              <a:t>.</a:t>
            </a:r>
          </a:p>
        </p:txBody>
      </p:sp>
      <p:pic>
        <p:nvPicPr>
          <p:cNvPr id="12" name="Image 11" descr="Dog This Is Fine GIF by Foresight Existential Hope">
            <a:extLst>
              <a:ext uri="{FF2B5EF4-FFF2-40B4-BE49-F238E27FC236}">
                <a16:creationId xmlns:a16="http://schemas.microsoft.com/office/drawing/2014/main" id="{94DC8119-C480-4E1B-1BE5-F175B01C37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9931" y="3893530"/>
            <a:ext cx="1907734" cy="1907734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169277"/>
          </a:xfrm>
          <a:prstGeom prst="rect">
            <a:avLst/>
          </a:prstGeom>
          <a:noFill/>
          <a:ln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Segoe UI"/>
              </a:defRPr>
            </a:pPr>
            <a:r>
              <a:rPr lang="fr-FR">
                <a:solidFill>
                  <a:srgbClr val="38BDF8"/>
                </a:solidFill>
              </a:rPr>
              <a:t>CHAPITRE 7 : QUALITÉ &amp; TESTS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369332"/>
          </a:xfrm>
          <a:prstGeom prst="rect">
            <a:avLst/>
          </a:prstGeom>
          <a:noFill/>
          <a:ln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"/>
              </a:defRPr>
            </a:pPr>
            <a:r>
              <a:rPr lang="fr-FR">
                <a:solidFill>
                  <a:srgbClr val="F8FAFC"/>
                </a:solidFill>
              </a:rPr>
              <a:t>Tests &amp; Qualité : Le Concept Clé de TNR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371600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41E31"/>
          </a:solidFill>
          <a:ln w="15875">
            <a:solidFill>
              <a:srgbClr val="FB71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1828800"/>
            <a:ext cx="4663440" cy="1897955"/>
          </a:xfrm>
          <a:prstGeom prst="rect">
            <a:avLst/>
          </a:prstGeom>
          <a:noFill/>
          <a:ln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EF4444"/>
                </a:solidFill>
                <a:latin typeface="Segoe UI"/>
              </a:defRPr>
            </a:pPr>
            <a:r>
              <a:rPr lang="fr-FR" dirty="0">
                <a:solidFill>
                  <a:srgbClr val="FB7185"/>
                </a:solidFill>
              </a:rPr>
              <a:t>Qu'est-ce qu'une Régression ?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Segoe UI"/>
              </a:defRPr>
            </a:pPr>
            <a:r>
              <a:rPr lang="fr-FR" b="1" dirty="0">
                <a:solidFill>
                  <a:srgbClr val="CBD5E1"/>
                </a:solidFill>
              </a:rPr>
              <a:t>Le cauchemar du développeur :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Segoe UI"/>
              </a:defRPr>
            </a:pPr>
            <a:r>
              <a:rPr lang="fr-FR" dirty="0">
                <a:solidFill>
                  <a:srgbClr val="CBD5E1"/>
                </a:solidFill>
              </a:rPr>
              <a:t>« J'ai réparé l'affichage du panier, mais maintenant plus personne ne peut se connecter ! »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Segoe UI"/>
              </a:defRPr>
            </a:pPr>
            <a:r>
              <a:rPr lang="fr-FR" dirty="0">
                <a:solidFill>
                  <a:srgbClr val="CBD5E1"/>
                </a:solidFill>
              </a:rPr>
              <a:t>Une régression se produit quand la modification d'un endroit du code casse une fonctionnalité qui marchait parfaitement avant.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Segoe UI"/>
              </a:defRPr>
            </a:pPr>
            <a:r>
              <a:rPr lang="fr-FR" dirty="0">
                <a:solidFill>
                  <a:srgbClr val="CBD5E1"/>
                </a:solidFill>
              </a:rPr>
              <a:t>En maintenance sans tests, modifier du code ressemble au jeu du </a:t>
            </a:r>
            <a:r>
              <a:rPr lang="fr-FR" dirty="0" err="1">
                <a:solidFill>
                  <a:srgbClr val="CBD5E1"/>
                </a:solidFill>
              </a:rPr>
              <a:t>Jenga</a:t>
            </a:r>
            <a:r>
              <a:rPr lang="fr-FR" dirty="0">
                <a:solidFill>
                  <a:srgbClr val="CBD5E1"/>
                </a:solidFill>
              </a:rPr>
              <a:t> !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645920"/>
            <a:ext cx="5120640" cy="4389120"/>
          </a:xfrm>
          <a:prstGeom prst="roundRect">
            <a:avLst/>
          </a:prstGeom>
          <a:solidFill>
            <a:srgbClr val="141E31"/>
          </a:solidFill>
          <a:ln w="15875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37960" y="1828800"/>
            <a:ext cx="4663440" cy="1974900"/>
          </a:xfrm>
          <a:prstGeom prst="rect">
            <a:avLst/>
          </a:prstGeom>
          <a:noFill/>
          <a:ln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2563EB"/>
                </a:solidFill>
                <a:latin typeface="Segoe UI"/>
              </a:defRPr>
            </a:pPr>
            <a:r>
              <a:rPr lang="fr-FR" dirty="0">
                <a:solidFill>
                  <a:srgbClr val="38BDF8"/>
                </a:solidFill>
              </a:rPr>
              <a:t>Le TNR (Test de Non-Régression)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Segoe UI"/>
              </a:defRPr>
            </a:pPr>
            <a:r>
              <a:rPr lang="fr-FR" b="1" dirty="0">
                <a:solidFill>
                  <a:srgbClr val="CBD5E1"/>
                </a:solidFill>
              </a:rPr>
              <a:t>Définition : Ensemble de tests réexécutés après toute modification pour vérifier que rien d'autre n'a été endommagé.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  <a:defRPr sz="1200">
                <a:solidFill>
                  <a:srgbClr val="0F172A"/>
                </a:solidFill>
                <a:latin typeface="Segoe UI"/>
              </a:defRPr>
            </a:pPr>
            <a:r>
              <a:rPr lang="fr-FR" dirty="0">
                <a:solidFill>
                  <a:srgbClr val="CBD5E1"/>
                </a:solidFill>
              </a:rPr>
              <a:t>Des tests automatisés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  <a:defRPr sz="1200">
                <a:solidFill>
                  <a:srgbClr val="0F172A"/>
                </a:solidFill>
                <a:latin typeface="Segoe UI"/>
              </a:defRPr>
            </a:pPr>
            <a:r>
              <a:rPr lang="fr-FR" dirty="0">
                <a:solidFill>
                  <a:srgbClr val="CBD5E1"/>
                </a:solidFill>
              </a:rPr>
              <a:t>Ou :</a:t>
            </a:r>
          </a:p>
          <a:p>
            <a:pPr marL="628650" lvl="1" indent="-171450">
              <a:spcAft>
                <a:spcPts val="600"/>
              </a:spcAft>
              <a:buFont typeface="Arial" panose="020B0604020202020204" pitchFamily="34" charset="0"/>
              <a:buChar char="•"/>
              <a:defRPr sz="1200">
                <a:solidFill>
                  <a:srgbClr val="0F172A"/>
                </a:solidFill>
                <a:latin typeface="Segoe UI"/>
              </a:defRPr>
            </a:pPr>
            <a:r>
              <a:rPr lang="fr-FR" dirty="0">
                <a:solidFill>
                  <a:srgbClr val="CBD5E1"/>
                </a:solidFill>
              </a:rPr>
              <a:t>Utilisation d'un Cahier de Recette Fonctionnelle.</a:t>
            </a:r>
          </a:p>
          <a:p>
            <a:pPr marL="628650" lvl="1" indent="-171450">
              <a:spcAft>
                <a:spcPts val="600"/>
              </a:spcAft>
              <a:buFont typeface="Arial" panose="020B0604020202020204" pitchFamily="34" charset="0"/>
              <a:buChar char="•"/>
              <a:defRPr sz="1200">
                <a:solidFill>
                  <a:srgbClr val="0F172A"/>
                </a:solidFill>
                <a:latin typeface="Segoe UI"/>
              </a:defRPr>
            </a:pPr>
            <a:r>
              <a:rPr lang="fr-FR" dirty="0">
                <a:solidFill>
                  <a:srgbClr val="CBD5E1"/>
                </a:solidFill>
              </a:rPr>
              <a:t>Exécution des scénarios critiques (login, paiement, enregistrement) avant chaque feu vert de mise en prod.</a:t>
            </a:r>
          </a:p>
        </p:txBody>
      </p:sp>
      <p:pic>
        <p:nvPicPr>
          <p:cNvPr id="13" name="Image 12" descr="experience GIF">
            <a:extLst>
              <a:ext uri="{FF2B5EF4-FFF2-40B4-BE49-F238E27FC236}">
                <a16:creationId xmlns:a16="http://schemas.microsoft.com/office/drawing/2014/main" id="{B1A732D8-2E0D-755E-0C9F-5A723F4445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9478" y="3761116"/>
            <a:ext cx="2052547" cy="2052547"/>
          </a:xfrm>
          <a:prstGeom prst="rect">
            <a:avLst/>
          </a:prstGeom>
        </p:spPr>
      </p:pic>
      <p:pic>
        <p:nvPicPr>
          <p:cNvPr id="14" name="Image 13" descr="Turn The Page GIF by U.S. National Archives">
            <a:extLst>
              <a:ext uri="{FF2B5EF4-FFF2-40B4-BE49-F238E27FC236}">
                <a16:creationId xmlns:a16="http://schemas.microsoft.com/office/drawing/2014/main" id="{9F8ADF16-AA28-3BFA-6347-9D446F1432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00975" y="4123427"/>
            <a:ext cx="1960949" cy="1474398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169277"/>
          </a:xfrm>
          <a:prstGeom prst="rect">
            <a:avLst/>
          </a:prstGeom>
          <a:noFill/>
          <a:ln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Segoe UI"/>
              </a:defRPr>
            </a:pPr>
            <a:r>
              <a:rPr lang="fr-FR">
                <a:solidFill>
                  <a:srgbClr val="38BDF8"/>
                </a:solidFill>
              </a:rPr>
              <a:t>CHAPITRE 7 : QUALITÉ &amp; TESTS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369332"/>
          </a:xfrm>
          <a:prstGeom prst="rect">
            <a:avLst/>
          </a:prstGeom>
          <a:noFill/>
          <a:ln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"/>
              </a:defRPr>
            </a:pPr>
            <a:r>
              <a:rPr lang="fr-FR" dirty="0">
                <a:solidFill>
                  <a:srgbClr val="F8FAFC"/>
                </a:solidFill>
              </a:rPr>
              <a:t>La Pyramide des Tests (Version simple avant vos cours)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371600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383280" cy="4389120"/>
          </a:xfrm>
          <a:prstGeom prst="roundRect">
            <a:avLst/>
          </a:prstGeom>
          <a:solidFill>
            <a:srgbClr val="141E31"/>
          </a:solidFill>
          <a:ln w="15875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1828800"/>
            <a:ext cx="2926080" cy="1974900"/>
          </a:xfrm>
          <a:prstGeom prst="rect">
            <a:avLst/>
          </a:prstGeom>
          <a:noFill/>
          <a:ln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10B981"/>
                </a:solidFill>
                <a:latin typeface="Segoe UI"/>
              </a:defRPr>
            </a:pPr>
            <a:r>
              <a:rPr lang="fr-FR" dirty="0">
                <a:solidFill>
                  <a:srgbClr val="34D399"/>
                </a:solidFill>
              </a:rPr>
              <a:t>1. Tests Unitaires (Base)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  <a:defRPr sz="1200">
                <a:solidFill>
                  <a:srgbClr val="0F172A"/>
                </a:solidFill>
                <a:latin typeface="Segoe UI"/>
              </a:defRPr>
            </a:pPr>
            <a:r>
              <a:rPr lang="fr-FR" dirty="0">
                <a:solidFill>
                  <a:srgbClr val="CBD5E1"/>
                </a:solidFill>
              </a:rPr>
              <a:t>Testent une seule fonction ou méthode de manière isolée.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  <a:defRPr sz="1200">
                <a:solidFill>
                  <a:srgbClr val="0F172A"/>
                </a:solidFill>
                <a:latin typeface="Segoe UI"/>
              </a:defRPr>
            </a:pPr>
            <a:r>
              <a:rPr lang="fr-FR" dirty="0">
                <a:solidFill>
                  <a:srgbClr val="CBD5E1"/>
                </a:solidFill>
              </a:rPr>
              <a:t>Ultra-rapides à exécuter (millisecondes).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Segoe UI"/>
              </a:defRPr>
            </a:pPr>
            <a:r>
              <a:rPr lang="fr-FR" dirty="0">
                <a:solidFill>
                  <a:srgbClr val="CBD5E1"/>
                </a:solidFill>
              </a:rPr>
              <a:t>Ex: vérifier qu'une fonction de calcul de TVA renvoie bien 20.00€ pour 100€ HT.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Segoe UI"/>
              </a:defRPr>
            </a:pPr>
            <a:endParaRPr lang="fr-FR" dirty="0">
              <a:solidFill>
                <a:srgbClr val="CBD5E1"/>
              </a:solidFill>
            </a:endParaRP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Segoe UI"/>
              </a:defRPr>
            </a:pPr>
            <a:r>
              <a:rPr lang="fr-FR" dirty="0">
                <a:solidFill>
                  <a:srgbClr val="CBD5E1"/>
                </a:solidFill>
              </a:rPr>
              <a:t>Outils : </a:t>
            </a:r>
            <a:r>
              <a:rPr lang="fr-FR" dirty="0" err="1">
                <a:solidFill>
                  <a:srgbClr val="CBD5E1"/>
                </a:solidFill>
              </a:rPr>
              <a:t>PHPUnit</a:t>
            </a:r>
            <a:r>
              <a:rPr lang="fr-FR" dirty="0">
                <a:solidFill>
                  <a:srgbClr val="CBD5E1"/>
                </a:solidFill>
              </a:rPr>
              <a:t>, Jest, </a:t>
            </a:r>
            <a:r>
              <a:rPr lang="fr-FR" dirty="0" err="1">
                <a:solidFill>
                  <a:srgbClr val="CBD5E1"/>
                </a:solidFill>
              </a:rPr>
              <a:t>Junit</a:t>
            </a:r>
            <a:r>
              <a:rPr lang="fr-FR" dirty="0">
                <a:solidFill>
                  <a:srgbClr val="CBD5E1"/>
                </a:solidFill>
              </a:rPr>
              <a:t>, </a:t>
            </a:r>
            <a:r>
              <a:rPr lang="fr-FR" dirty="0" err="1">
                <a:solidFill>
                  <a:srgbClr val="CBD5E1"/>
                </a:solidFill>
              </a:rPr>
              <a:t>Xunit</a:t>
            </a:r>
            <a:r>
              <a:rPr lang="fr-FR" dirty="0">
                <a:solidFill>
                  <a:srgbClr val="CBD5E1"/>
                </a:solidFill>
              </a:rPr>
              <a:t>…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645920"/>
            <a:ext cx="3383280" cy="4389120"/>
          </a:xfrm>
          <a:prstGeom prst="roundRect">
            <a:avLst/>
          </a:prstGeom>
          <a:solidFill>
            <a:srgbClr val="141E31"/>
          </a:solidFill>
          <a:ln w="15875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17720" y="1828800"/>
            <a:ext cx="2926080" cy="1821011"/>
          </a:xfrm>
          <a:prstGeom prst="rect">
            <a:avLst/>
          </a:prstGeom>
          <a:noFill/>
          <a:ln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2563EB"/>
                </a:solidFill>
                <a:latin typeface="Segoe UI"/>
              </a:defRPr>
            </a:pPr>
            <a:r>
              <a:rPr lang="fr-FR" dirty="0">
                <a:solidFill>
                  <a:srgbClr val="38BDF8"/>
                </a:solidFill>
              </a:rPr>
              <a:t>2. Tests d'Intégration (Milieu)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Segoe UI"/>
              </a:defRPr>
            </a:pPr>
            <a:r>
              <a:rPr lang="fr-FR" dirty="0">
                <a:solidFill>
                  <a:srgbClr val="CBD5E1"/>
                </a:solidFill>
              </a:rPr>
              <a:t>Testent la communication entre deux composants.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Segoe UI"/>
              </a:defRPr>
            </a:pPr>
            <a:r>
              <a:rPr lang="fr-FR" dirty="0">
                <a:solidFill>
                  <a:srgbClr val="CBD5E1"/>
                </a:solidFill>
              </a:rPr>
              <a:t>Ex: vérifier que le contrôleur enregistre bien l'entité en base de données MySQL sans erreur SQL.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Segoe UI"/>
              </a:defRPr>
            </a:pPr>
            <a:r>
              <a:rPr lang="fr-FR" dirty="0">
                <a:solidFill>
                  <a:srgbClr val="CBD5E1"/>
                </a:solidFill>
              </a:rPr>
              <a:t>Permettent de détecter les erreurs de schéma et de requêtes.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645920"/>
            <a:ext cx="3383280" cy="4389120"/>
          </a:xfrm>
          <a:prstGeom prst="roundRect">
            <a:avLst/>
          </a:prstGeom>
          <a:solidFill>
            <a:srgbClr val="141E31"/>
          </a:solidFill>
          <a:ln w="15875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75320" y="1828800"/>
            <a:ext cx="2926080" cy="2221121"/>
          </a:xfrm>
          <a:prstGeom prst="rect">
            <a:avLst/>
          </a:prstGeom>
          <a:noFill/>
          <a:ln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8B5CF6"/>
                </a:solidFill>
                <a:latin typeface="Segoe UI"/>
              </a:defRPr>
            </a:pPr>
            <a:r>
              <a:rPr lang="fr-FR" dirty="0">
                <a:solidFill>
                  <a:srgbClr val="A78BFA"/>
                </a:solidFill>
              </a:rPr>
              <a:t>3. Tests E2E / Bout-en-Bout (Sommet)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Segoe UI"/>
              </a:defRPr>
            </a:pPr>
            <a:r>
              <a:rPr lang="fr-FR" dirty="0">
                <a:solidFill>
                  <a:srgbClr val="CBD5E1"/>
                </a:solidFill>
              </a:rPr>
              <a:t>Simulent un vrai utilisateur humain dans le navigateur.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Segoe UI"/>
              </a:defRPr>
            </a:pPr>
            <a:r>
              <a:rPr lang="fr-FR" dirty="0">
                <a:solidFill>
                  <a:srgbClr val="CBD5E1"/>
                </a:solidFill>
              </a:rPr>
              <a:t>Un robot clique sur les boutons et remplit les champs.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Segoe UI"/>
              </a:defRPr>
            </a:pPr>
            <a:r>
              <a:rPr lang="fr-FR" dirty="0">
                <a:solidFill>
                  <a:srgbClr val="CBD5E1"/>
                </a:solidFill>
              </a:rPr>
              <a:t>Plus lents et plus lourds mais très réalistes.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Segoe UI"/>
              </a:defRPr>
            </a:pPr>
            <a:endParaRPr lang="fr-FR" dirty="0">
              <a:solidFill>
                <a:srgbClr val="CBD5E1"/>
              </a:solidFill>
            </a:endParaRP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Segoe UI"/>
              </a:defRPr>
            </a:pPr>
            <a:r>
              <a:rPr lang="fr-FR" dirty="0">
                <a:solidFill>
                  <a:srgbClr val="CBD5E1"/>
                </a:solidFill>
              </a:rPr>
              <a:t>Outils : Cypress, </a:t>
            </a:r>
            <a:r>
              <a:rPr lang="fr-FR" dirty="0" err="1">
                <a:solidFill>
                  <a:srgbClr val="CBD5E1"/>
                </a:solidFill>
              </a:rPr>
              <a:t>Playwright</a:t>
            </a:r>
            <a:r>
              <a:rPr lang="fr-FR" dirty="0">
                <a:solidFill>
                  <a:srgbClr val="CBD5E1"/>
                </a:solidFill>
              </a:rPr>
              <a:t>, </a:t>
            </a:r>
            <a:r>
              <a:rPr lang="fr-FR" dirty="0" err="1">
                <a:solidFill>
                  <a:srgbClr val="CBD5E1"/>
                </a:solidFill>
              </a:rPr>
              <a:t>Selenium</a:t>
            </a:r>
            <a:r>
              <a:rPr lang="fr-FR" dirty="0">
                <a:solidFill>
                  <a:srgbClr val="CBD5E1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169277"/>
          </a:xfrm>
          <a:prstGeom prst="rect">
            <a:avLst/>
          </a:prstGeom>
          <a:noFill/>
          <a:ln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Segoe UI"/>
              </a:defRPr>
            </a:pPr>
            <a:r>
              <a:rPr lang="fr-FR">
                <a:solidFill>
                  <a:srgbClr val="38BDF8"/>
                </a:solidFill>
              </a:rPr>
              <a:t>CHAPITRE 7 : QUALITÉ &amp; TESTS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369332"/>
          </a:xfrm>
          <a:prstGeom prst="rect">
            <a:avLst/>
          </a:prstGeom>
          <a:noFill/>
          <a:ln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"/>
              </a:defRPr>
            </a:pPr>
            <a:r>
              <a:rPr lang="fr-FR">
                <a:solidFill>
                  <a:srgbClr val="F8FAFC"/>
                </a:solidFill>
              </a:rPr>
              <a:t>Règle Sacrée : Ne JAMAIS tester en Production !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371600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383280" cy="4389120"/>
          </a:xfrm>
          <a:prstGeom prst="roundRect">
            <a:avLst/>
          </a:prstGeom>
          <a:solidFill>
            <a:srgbClr val="141E31"/>
          </a:solidFill>
          <a:ln w="15875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1828800"/>
            <a:ext cx="2926080" cy="1882567"/>
          </a:xfrm>
          <a:prstGeom prst="rect">
            <a:avLst/>
          </a:prstGeom>
          <a:noFill/>
          <a:ln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2563EB"/>
                </a:solidFill>
                <a:latin typeface="Segoe UI"/>
              </a:defRPr>
            </a:pPr>
            <a:r>
              <a:rPr lang="fr-FR">
                <a:solidFill>
                  <a:srgbClr val="38BDF8"/>
                </a:solidFill>
              </a:rPr>
              <a:t>Environnement DÉVELOPPEMENT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Segoe UI"/>
              </a:defRPr>
            </a:pPr>
            <a:r>
              <a:rPr lang="fr-FR">
                <a:solidFill>
                  <a:srgbClr val="CBD5E1"/>
                </a:solidFill>
              </a:rPr>
              <a:t>• Machine locale du développeur (localhost).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Segoe UI"/>
              </a:defRPr>
            </a:pPr>
            <a:r>
              <a:rPr lang="fr-FR">
                <a:solidFill>
                  <a:srgbClr val="CBD5E1"/>
                </a:solidFill>
              </a:rPr>
              <a:t>• Données fictives de test.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Segoe UI"/>
              </a:defRPr>
            </a:pPr>
            <a:r>
              <a:rPr lang="fr-FR">
                <a:solidFill>
                  <a:srgbClr val="CBD5E1"/>
                </a:solidFill>
              </a:rPr>
              <a:t>• Le dev casse, expérimente et débogue librement sans aucune incidence sur l'extérieur.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645920"/>
            <a:ext cx="3383280" cy="4389120"/>
          </a:xfrm>
          <a:prstGeom prst="roundRect">
            <a:avLst/>
          </a:prstGeom>
          <a:solidFill>
            <a:srgbClr val="141E31"/>
          </a:solidFill>
          <a:ln w="15875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17720" y="1828800"/>
            <a:ext cx="2926080" cy="2144177"/>
          </a:xfrm>
          <a:prstGeom prst="rect">
            <a:avLst/>
          </a:prstGeom>
          <a:noFill/>
          <a:ln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59E0B"/>
                </a:solidFill>
                <a:latin typeface="Segoe UI"/>
              </a:defRPr>
            </a:pPr>
            <a:r>
              <a:rPr lang="fr-FR">
                <a:solidFill>
                  <a:srgbClr val="FBBF24"/>
                </a:solidFill>
              </a:rPr>
              <a:t>Environnement RECETTE / STAGING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Segoe UI"/>
              </a:defRPr>
            </a:pPr>
            <a:r>
              <a:rPr lang="fr-FR">
                <a:solidFill>
                  <a:srgbClr val="CBD5E1"/>
                </a:solidFill>
              </a:rPr>
              <a:t>• Copie conforme du serveur de production.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Segoe UI"/>
              </a:defRPr>
            </a:pPr>
            <a:r>
              <a:rPr lang="fr-FR">
                <a:solidFill>
                  <a:srgbClr val="CBD5E1"/>
                </a:solidFill>
              </a:rPr>
              <a:t>• Données anonymisées.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Segoe UI"/>
              </a:defRPr>
            </a:pPr>
            <a:r>
              <a:rPr lang="fr-FR">
                <a:solidFill>
                  <a:srgbClr val="CBD5E1"/>
                </a:solidFill>
              </a:rPr>
              <a:t>• C'est ici qu'on déroule le cahier de recette et les TNR.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Segoe UI"/>
              </a:defRPr>
            </a:pPr>
            <a:r>
              <a:rPr lang="fr-FR">
                <a:solidFill>
                  <a:srgbClr val="CBD5E1"/>
                </a:solidFill>
              </a:rPr>
              <a:t>• Le client ou le chef de projet teste et donne son GO final.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645920"/>
            <a:ext cx="3383280" cy="4389120"/>
          </a:xfrm>
          <a:prstGeom prst="roundRect">
            <a:avLst/>
          </a:prstGeom>
          <a:solidFill>
            <a:srgbClr val="141E31"/>
          </a:solidFill>
          <a:ln w="15875">
            <a:solidFill>
              <a:srgbClr val="FB71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75320" y="1828800"/>
            <a:ext cx="2926080" cy="1713290"/>
          </a:xfrm>
          <a:prstGeom prst="rect">
            <a:avLst/>
          </a:prstGeom>
          <a:noFill/>
          <a:ln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EF4444"/>
                </a:solidFill>
                <a:latin typeface="Segoe UI"/>
              </a:defRPr>
            </a:pPr>
            <a:r>
              <a:rPr lang="fr-FR">
                <a:solidFill>
                  <a:srgbClr val="FB7185"/>
                </a:solidFill>
              </a:rPr>
              <a:t>Environnement PRODUCTION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Segoe UI"/>
              </a:defRPr>
            </a:pPr>
            <a:r>
              <a:rPr lang="fr-FR">
                <a:solidFill>
                  <a:srgbClr val="CBD5E1"/>
                </a:solidFill>
              </a:rPr>
              <a:t>• Le serveur officiel ouvert aux vrais clients.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Segoe UI"/>
              </a:defRPr>
            </a:pPr>
            <a:r>
              <a:rPr lang="fr-FR">
                <a:solidFill>
                  <a:srgbClr val="CBD5E1"/>
                </a:solidFill>
              </a:rPr>
              <a:t>• Données financières et personnelles réelles.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Segoe UI"/>
              </a:defRPr>
            </a:pPr>
            <a:r>
              <a:rPr lang="fr-FR">
                <a:solidFill>
                  <a:srgbClr val="CBD5E1"/>
                </a:solidFill>
              </a:rPr>
              <a:t>• Accès ultra-sécurisé.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Segoe UI"/>
              </a:defRPr>
            </a:pPr>
            <a:r>
              <a:rPr lang="fr-FR">
                <a:solidFill>
                  <a:srgbClr val="CBD5E1"/>
                </a:solidFill>
              </a:rPr>
              <a:t>• Déploiement uniquement après validation stricte en recette !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169277"/>
          </a:xfrm>
          <a:prstGeom prst="rect">
            <a:avLst/>
          </a:prstGeom>
          <a:noFill/>
          <a:ln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Segoe UI"/>
              </a:defRPr>
            </a:pPr>
            <a:r>
              <a:rPr lang="fr-FR">
                <a:solidFill>
                  <a:srgbClr val="38BDF8"/>
                </a:solidFill>
              </a:rPr>
              <a:t>CHAPITRE 8 : BONNES PRATIQUES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369332"/>
          </a:xfrm>
          <a:prstGeom prst="rect">
            <a:avLst/>
          </a:prstGeom>
          <a:noFill/>
          <a:ln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"/>
              </a:defRPr>
            </a:pPr>
            <a:r>
              <a:rPr lang="fr-FR" dirty="0">
                <a:solidFill>
                  <a:srgbClr val="F8FAFC"/>
                </a:solidFill>
              </a:rPr>
              <a:t>Les 5 Règles d’Or en Maintenance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371600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10698480" cy="777240"/>
          </a:xfrm>
          <a:prstGeom prst="roundRect">
            <a:avLst/>
          </a:prstGeom>
          <a:solidFill>
            <a:srgbClr val="141E31"/>
          </a:solidFill>
          <a:ln w="1016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645920"/>
            <a:ext cx="109728" cy="77724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5840" y="1719072"/>
            <a:ext cx="10241280" cy="441146"/>
          </a:xfrm>
          <a:prstGeom prst="rect">
            <a:avLst/>
          </a:prstGeom>
          <a:noFill/>
          <a:ln/>
        </p:spPr>
        <p:txBody>
          <a:bodyPr wrap="square" lIns="0" tIns="0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2563EB"/>
                </a:solidFill>
                <a:latin typeface="Segoe UI"/>
              </a:defRPr>
            </a:pPr>
            <a:r>
              <a:rPr lang="fr-FR">
                <a:solidFill>
                  <a:srgbClr val="38BDF8"/>
                </a:solidFill>
              </a:rPr>
              <a:t>1. Ne jamais présumer, toujours reproduire</a:t>
            </a:r>
          </a:p>
          <a:p>
            <a:pPr>
              <a:defRPr sz="1100">
                <a:solidFill>
                  <a:srgbClr val="0F172A"/>
                </a:solidFill>
                <a:latin typeface="Segoe UI"/>
              </a:defRPr>
            </a:pPr>
            <a:r>
              <a:rPr lang="fr-FR">
                <a:solidFill>
                  <a:srgbClr val="CBD5E1"/>
                </a:solidFill>
              </a:rPr>
              <a:t>Si vous n'arrivez pas à reproduire le bug en local avec certitude, vous ne pouvez pas savoir si vous l'avez vraiment réparé.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560320"/>
            <a:ext cx="10698480" cy="777240"/>
          </a:xfrm>
          <a:prstGeom prst="roundRect">
            <a:avLst/>
          </a:prstGeom>
          <a:solidFill>
            <a:srgbClr val="141E31"/>
          </a:solidFill>
          <a:ln w="1016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31520" y="2560320"/>
            <a:ext cx="109728" cy="77724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05840" y="2633472"/>
            <a:ext cx="10241280" cy="441146"/>
          </a:xfrm>
          <a:prstGeom prst="rect">
            <a:avLst/>
          </a:prstGeom>
          <a:noFill/>
          <a:ln/>
        </p:spPr>
        <p:txBody>
          <a:bodyPr wrap="square" lIns="0" tIns="0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8B5CF6"/>
                </a:solidFill>
                <a:latin typeface="Segoe UI"/>
              </a:defRPr>
            </a:pPr>
            <a:r>
              <a:rPr lang="fr-FR">
                <a:solidFill>
                  <a:srgbClr val="38BDF8"/>
                </a:solidFill>
              </a:rPr>
              <a:t>2. Corriger la cause, pas le symptôme</a:t>
            </a:r>
          </a:p>
          <a:p>
            <a:pPr>
              <a:defRPr sz="1100">
                <a:solidFill>
                  <a:srgbClr val="0F172A"/>
                </a:solidFill>
                <a:latin typeface="Segoe UI"/>
              </a:defRPr>
            </a:pPr>
            <a:r>
              <a:rPr lang="fr-FR">
                <a:solidFill>
                  <a:srgbClr val="CBD5E1"/>
                </a:solidFill>
              </a:rPr>
              <a:t>Mettre un if ($x != null) sans chercher pourquoi la variable est vide ne fait que cacher la poussière sous le tapis.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474720"/>
            <a:ext cx="10698480" cy="777240"/>
          </a:xfrm>
          <a:prstGeom prst="roundRect">
            <a:avLst/>
          </a:prstGeom>
          <a:solidFill>
            <a:srgbClr val="141E31"/>
          </a:solidFill>
          <a:ln w="1016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31520" y="3474720"/>
            <a:ext cx="109728" cy="77724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05840" y="3547872"/>
            <a:ext cx="10241280" cy="441146"/>
          </a:xfrm>
          <a:prstGeom prst="rect">
            <a:avLst/>
          </a:prstGeom>
          <a:noFill/>
          <a:ln/>
        </p:spPr>
        <p:txBody>
          <a:bodyPr wrap="square" lIns="0" tIns="0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2563EB"/>
                </a:solidFill>
                <a:latin typeface="Segoe UI"/>
              </a:defRPr>
            </a:pPr>
            <a:r>
              <a:rPr lang="fr-FR">
                <a:solidFill>
                  <a:srgbClr val="38BDF8"/>
                </a:solidFill>
              </a:rPr>
              <a:t>3. Commiter avec clarté et précision</a:t>
            </a:r>
          </a:p>
          <a:p>
            <a:pPr>
              <a:defRPr sz="1100">
                <a:solidFill>
                  <a:srgbClr val="0F172A"/>
                </a:solidFill>
                <a:latin typeface="Segoe UI"/>
              </a:defRPr>
            </a:pPr>
            <a:r>
              <a:rPr lang="fr-FR">
                <a:solidFill>
                  <a:srgbClr val="CBD5E1"/>
                </a:solidFill>
              </a:rPr>
              <a:t>Fini les commits 'fix bug' ! Utiliser des messages explicites : fix(facturation): validation du code postal obligatoire (Issue #412).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389120"/>
            <a:ext cx="10698480" cy="777240"/>
          </a:xfrm>
          <a:prstGeom prst="roundRect">
            <a:avLst/>
          </a:prstGeom>
          <a:solidFill>
            <a:srgbClr val="141E31"/>
          </a:solidFill>
          <a:ln w="1016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31520" y="4389120"/>
            <a:ext cx="109728" cy="77724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05840" y="4462272"/>
            <a:ext cx="10241280" cy="441146"/>
          </a:xfrm>
          <a:prstGeom prst="rect">
            <a:avLst/>
          </a:prstGeom>
          <a:noFill/>
          <a:ln/>
        </p:spPr>
        <p:txBody>
          <a:bodyPr wrap="square" lIns="0" tIns="0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8B5CF6"/>
                </a:solidFill>
                <a:latin typeface="Segoe UI"/>
              </a:defRPr>
            </a:pPr>
            <a:r>
              <a:rPr lang="fr-FR">
                <a:solidFill>
                  <a:srgbClr val="38BDF8"/>
                </a:solidFill>
              </a:rPr>
              <a:t>4. Penser aux cas limites (Edge Cases)</a:t>
            </a:r>
          </a:p>
          <a:p>
            <a:pPr>
              <a:defRPr sz="1100">
                <a:solidFill>
                  <a:srgbClr val="0F172A"/>
                </a:solidFill>
                <a:latin typeface="Segoe UI"/>
              </a:defRPr>
            </a:pPr>
            <a:r>
              <a:rPr lang="fr-FR">
                <a:solidFill>
                  <a:srgbClr val="CBD5E1"/>
                </a:solidFill>
              </a:rPr>
              <a:t>Tester le champ vide, les caractères spéciaux, les montants à 0 ou négatifs, les dates passées.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5303520"/>
            <a:ext cx="10698480" cy="777240"/>
          </a:xfrm>
          <a:prstGeom prst="roundRect">
            <a:avLst/>
          </a:prstGeom>
          <a:solidFill>
            <a:srgbClr val="141E31"/>
          </a:solidFill>
          <a:ln w="1016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31520" y="5303520"/>
            <a:ext cx="109728" cy="77724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05840" y="5376672"/>
            <a:ext cx="10241280" cy="441146"/>
          </a:xfrm>
          <a:prstGeom prst="rect">
            <a:avLst/>
          </a:prstGeom>
          <a:noFill/>
          <a:ln/>
        </p:spPr>
        <p:txBody>
          <a:bodyPr wrap="square" lIns="0" tIns="0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2563EB"/>
                </a:solidFill>
                <a:latin typeface="Segoe UI"/>
              </a:defRPr>
            </a:pPr>
            <a:r>
              <a:rPr lang="fr-FR">
                <a:solidFill>
                  <a:srgbClr val="38BDF8"/>
                </a:solidFill>
              </a:rPr>
              <a:t>5. Documenter la solution dans le ticket</a:t>
            </a:r>
          </a:p>
          <a:p>
            <a:pPr>
              <a:defRPr sz="1100">
                <a:solidFill>
                  <a:srgbClr val="0F172A"/>
                </a:solidFill>
                <a:latin typeface="Segoe UI"/>
              </a:defRPr>
            </a:pPr>
            <a:r>
              <a:rPr lang="fr-FR">
                <a:solidFill>
                  <a:srgbClr val="CBD5E1"/>
                </a:solidFill>
              </a:rPr>
              <a:t>Décrire la cause racine, la solution appliquée et les fichiers touchés pour vos collègues et votre futur moi.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2694</Words>
  <Application>Microsoft Office PowerPoint</Application>
  <PresentationFormat>Grand écran</PresentationFormat>
  <Paragraphs>360</Paragraphs>
  <Slides>20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Alan Ferronnière</cp:lastModifiedBy>
  <cp:revision>1</cp:revision>
  <dcterms:created xsi:type="dcterms:W3CDTF">2013-01-27T09:14:16Z</dcterms:created>
  <dcterms:modified xsi:type="dcterms:W3CDTF">2026-10-26T21:28:40Z</dcterms:modified>
  <cp:category/>
</cp:coreProperties>
</file>